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9" r:id="rId3"/>
    <p:sldId id="258" r:id="rId4"/>
    <p:sldId id="260" r:id="rId5"/>
    <p:sldId id="261" r:id="rId6"/>
    <p:sldId id="262" r:id="rId7"/>
    <p:sldId id="269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6B6F470-72BC-427D-89AB-FE90245BD78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004C73D-4C87-413B-A05F-48ED809080BD}">
      <dgm:prSet/>
      <dgm:spPr/>
      <dgm:t>
        <a:bodyPr/>
        <a:lstStyle/>
        <a:p>
          <a:r>
            <a:rPr lang="en-US" b="1" i="0" baseline="0"/>
            <a:t>Source:</a:t>
          </a:r>
          <a:r>
            <a:rPr lang="en-US" b="0" i="0" baseline="0"/>
            <a:t> Local CSV files processed by a Flask API (api.py).</a:t>
          </a:r>
          <a:endParaRPr lang="en-US"/>
        </a:p>
      </dgm:t>
    </dgm:pt>
    <dgm:pt modelId="{48332408-2FC0-49A4-A801-965381F26B2A}" type="parTrans" cxnId="{246CA59E-5C21-43AC-81EF-B07E5445E2C0}">
      <dgm:prSet/>
      <dgm:spPr/>
      <dgm:t>
        <a:bodyPr/>
        <a:lstStyle/>
        <a:p>
          <a:endParaRPr lang="en-US"/>
        </a:p>
      </dgm:t>
    </dgm:pt>
    <dgm:pt modelId="{25C57FC9-1DEC-4F4F-88A2-0B4C2DC7AF1D}" type="sibTrans" cxnId="{246CA59E-5C21-43AC-81EF-B07E5445E2C0}">
      <dgm:prSet/>
      <dgm:spPr/>
      <dgm:t>
        <a:bodyPr/>
        <a:lstStyle/>
        <a:p>
          <a:endParaRPr lang="en-US"/>
        </a:p>
      </dgm:t>
    </dgm:pt>
    <dgm:pt modelId="{8B5513DF-C548-44B8-B9DB-61199C41F4D2}">
      <dgm:prSet/>
      <dgm:spPr/>
      <dgm:t>
        <a:bodyPr/>
        <a:lstStyle/>
        <a:p>
          <a:r>
            <a:rPr lang="en-US" b="1" i="0" baseline="0"/>
            <a:t>Orchestration:</a:t>
          </a:r>
          <a:r>
            <a:rPr lang="en-US" b="0" i="0" baseline="0"/>
            <a:t> Airflow running in Docker containers.</a:t>
          </a:r>
          <a:endParaRPr lang="en-US"/>
        </a:p>
      </dgm:t>
    </dgm:pt>
    <dgm:pt modelId="{6AC83512-5A60-4170-BB2D-6FF77D31A04D}" type="parTrans" cxnId="{21E50E4D-2B26-448E-ADF7-5F88968D5C89}">
      <dgm:prSet/>
      <dgm:spPr/>
      <dgm:t>
        <a:bodyPr/>
        <a:lstStyle/>
        <a:p>
          <a:endParaRPr lang="en-US"/>
        </a:p>
      </dgm:t>
    </dgm:pt>
    <dgm:pt modelId="{B33FAFAC-009F-4C88-AA8D-CDC00E47B8CD}" type="sibTrans" cxnId="{21E50E4D-2B26-448E-ADF7-5F88968D5C89}">
      <dgm:prSet/>
      <dgm:spPr/>
      <dgm:t>
        <a:bodyPr/>
        <a:lstStyle/>
        <a:p>
          <a:endParaRPr lang="en-US"/>
        </a:p>
      </dgm:t>
    </dgm:pt>
    <dgm:pt modelId="{50CDB524-A476-4943-A44F-28269E945A5C}">
      <dgm:prSet/>
      <dgm:spPr/>
      <dgm:t>
        <a:bodyPr/>
        <a:lstStyle/>
        <a:p>
          <a:r>
            <a:rPr lang="en-US" b="1" i="0" baseline="0"/>
            <a:t>ETL Logic:</a:t>
          </a:r>
          <a:r>
            <a:rPr lang="en-US" b="0" i="0" baseline="0"/>
            <a:t> Python-based modular scripts (extract, transform, load).</a:t>
          </a:r>
          <a:endParaRPr lang="en-US"/>
        </a:p>
      </dgm:t>
    </dgm:pt>
    <dgm:pt modelId="{964FDC64-8350-4806-B047-C0EE3B9999A6}" type="parTrans" cxnId="{6AEB1509-69A3-44E5-AA8A-4D709161EFF7}">
      <dgm:prSet/>
      <dgm:spPr/>
      <dgm:t>
        <a:bodyPr/>
        <a:lstStyle/>
        <a:p>
          <a:endParaRPr lang="en-US"/>
        </a:p>
      </dgm:t>
    </dgm:pt>
    <dgm:pt modelId="{E1E5CBE5-8A31-4636-9F88-1CB07013C678}" type="sibTrans" cxnId="{6AEB1509-69A3-44E5-AA8A-4D709161EFF7}">
      <dgm:prSet/>
      <dgm:spPr/>
      <dgm:t>
        <a:bodyPr/>
        <a:lstStyle/>
        <a:p>
          <a:endParaRPr lang="en-US"/>
        </a:p>
      </dgm:t>
    </dgm:pt>
    <dgm:pt modelId="{1177491F-DE16-4ECE-928A-0691E61E87A6}">
      <dgm:prSet/>
      <dgm:spPr/>
      <dgm:t>
        <a:bodyPr/>
        <a:lstStyle/>
        <a:p>
          <a:r>
            <a:rPr lang="en-US" b="1" i="0" baseline="0"/>
            <a:t>Storage:</a:t>
          </a:r>
          <a:r>
            <a:rPr lang="en-US" b="0" i="0" baseline="0"/>
            <a:t> PostgreSQL Data Warehouse managed via pgAdmin.</a:t>
          </a:r>
          <a:endParaRPr lang="en-US"/>
        </a:p>
      </dgm:t>
    </dgm:pt>
    <dgm:pt modelId="{29760EA6-E47A-419D-A40D-F2B3B7A667B4}" type="parTrans" cxnId="{F3D26512-1DFC-450F-9780-1345521A7F67}">
      <dgm:prSet/>
      <dgm:spPr/>
      <dgm:t>
        <a:bodyPr/>
        <a:lstStyle/>
        <a:p>
          <a:endParaRPr lang="en-US"/>
        </a:p>
      </dgm:t>
    </dgm:pt>
    <dgm:pt modelId="{928C238B-F4F5-4A58-B0BA-CC2AD25608A8}" type="sibTrans" cxnId="{F3D26512-1DFC-450F-9780-1345521A7F67}">
      <dgm:prSet/>
      <dgm:spPr/>
      <dgm:t>
        <a:bodyPr/>
        <a:lstStyle/>
        <a:p>
          <a:endParaRPr lang="en-US"/>
        </a:p>
      </dgm:t>
    </dgm:pt>
    <dgm:pt modelId="{3F3E249D-E46D-42B5-9664-2BD31E57CDF3}">
      <dgm:prSet/>
      <dgm:spPr/>
      <dgm:t>
        <a:bodyPr/>
        <a:lstStyle/>
        <a:p>
          <a:r>
            <a:rPr lang="en-US" b="1" i="0" baseline="0"/>
            <a:t>Visualization: </a:t>
          </a:r>
          <a:r>
            <a:rPr lang="en-US" b="0" i="0" baseline="0"/>
            <a:t>Power BI</a:t>
          </a:r>
          <a:endParaRPr lang="en-US"/>
        </a:p>
      </dgm:t>
    </dgm:pt>
    <dgm:pt modelId="{6BF88493-0786-4173-9D56-DDCCBACA9455}" type="parTrans" cxnId="{BC1FB5BB-D8F6-4A06-9A53-E10A8189C96B}">
      <dgm:prSet/>
      <dgm:spPr/>
      <dgm:t>
        <a:bodyPr/>
        <a:lstStyle/>
        <a:p>
          <a:endParaRPr lang="en-US"/>
        </a:p>
      </dgm:t>
    </dgm:pt>
    <dgm:pt modelId="{9B633DE0-7481-47AA-B040-AF0E58DB6B0F}" type="sibTrans" cxnId="{BC1FB5BB-D8F6-4A06-9A53-E10A8189C96B}">
      <dgm:prSet/>
      <dgm:spPr/>
      <dgm:t>
        <a:bodyPr/>
        <a:lstStyle/>
        <a:p>
          <a:endParaRPr lang="en-US"/>
        </a:p>
      </dgm:t>
    </dgm:pt>
    <dgm:pt modelId="{1AB7A0E6-7C55-4FE7-8579-7403D86481F7}" type="pres">
      <dgm:prSet presAssocID="{36B6F470-72BC-427D-89AB-FE90245BD78F}" presName="root" presStyleCnt="0">
        <dgm:presLayoutVars>
          <dgm:dir/>
          <dgm:resizeHandles val="exact"/>
        </dgm:presLayoutVars>
      </dgm:prSet>
      <dgm:spPr/>
    </dgm:pt>
    <dgm:pt modelId="{60AA77C3-3C6B-4F1D-A1AB-3300D2D159D4}" type="pres">
      <dgm:prSet presAssocID="{A004C73D-4C87-413B-A05F-48ED809080BD}" presName="compNode" presStyleCnt="0"/>
      <dgm:spPr/>
    </dgm:pt>
    <dgm:pt modelId="{8F64B159-FDFD-4DFB-829B-594EE0CA6018}" type="pres">
      <dgm:prSet presAssocID="{A004C73D-4C87-413B-A05F-48ED809080BD}" presName="bgRect" presStyleLbl="bgShp" presStyleIdx="0" presStyleCnt="5"/>
      <dgm:spPr/>
    </dgm:pt>
    <dgm:pt modelId="{34DE9249-7FE7-46AF-95AD-DAC820F57A93}" type="pres">
      <dgm:prSet presAssocID="{A004C73D-4C87-413B-A05F-48ED809080B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D0BA0912-6ABE-4C06-8351-E604A0D92F56}" type="pres">
      <dgm:prSet presAssocID="{A004C73D-4C87-413B-A05F-48ED809080BD}" presName="spaceRect" presStyleCnt="0"/>
      <dgm:spPr/>
    </dgm:pt>
    <dgm:pt modelId="{CA300B89-6846-445E-9E35-4A1D80897993}" type="pres">
      <dgm:prSet presAssocID="{A004C73D-4C87-413B-A05F-48ED809080BD}" presName="parTx" presStyleLbl="revTx" presStyleIdx="0" presStyleCnt="5">
        <dgm:presLayoutVars>
          <dgm:chMax val="0"/>
          <dgm:chPref val="0"/>
        </dgm:presLayoutVars>
      </dgm:prSet>
      <dgm:spPr/>
    </dgm:pt>
    <dgm:pt modelId="{752765F5-8E6B-4BF5-9F63-ABA01D989999}" type="pres">
      <dgm:prSet presAssocID="{25C57FC9-1DEC-4F4F-88A2-0B4C2DC7AF1D}" presName="sibTrans" presStyleCnt="0"/>
      <dgm:spPr/>
    </dgm:pt>
    <dgm:pt modelId="{FAA26A7B-F320-41B8-9312-C00529885503}" type="pres">
      <dgm:prSet presAssocID="{8B5513DF-C548-44B8-B9DB-61199C41F4D2}" presName="compNode" presStyleCnt="0"/>
      <dgm:spPr/>
    </dgm:pt>
    <dgm:pt modelId="{98AC4859-A314-4DA5-BEFE-D9548FEDF944}" type="pres">
      <dgm:prSet presAssocID="{8B5513DF-C548-44B8-B9DB-61199C41F4D2}" presName="bgRect" presStyleLbl="bgShp" presStyleIdx="1" presStyleCnt="5"/>
      <dgm:spPr/>
    </dgm:pt>
    <dgm:pt modelId="{C464071B-9EBB-43AE-A534-98A02FD5102B}" type="pres">
      <dgm:prSet presAssocID="{8B5513DF-C548-44B8-B9DB-61199C41F4D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8FF5606-2F76-4A3E-BE8B-D6784783752E}" type="pres">
      <dgm:prSet presAssocID="{8B5513DF-C548-44B8-B9DB-61199C41F4D2}" presName="spaceRect" presStyleCnt="0"/>
      <dgm:spPr/>
    </dgm:pt>
    <dgm:pt modelId="{D3C50B27-4C87-4301-9B55-22AC653C9C14}" type="pres">
      <dgm:prSet presAssocID="{8B5513DF-C548-44B8-B9DB-61199C41F4D2}" presName="parTx" presStyleLbl="revTx" presStyleIdx="1" presStyleCnt="5">
        <dgm:presLayoutVars>
          <dgm:chMax val="0"/>
          <dgm:chPref val="0"/>
        </dgm:presLayoutVars>
      </dgm:prSet>
      <dgm:spPr/>
    </dgm:pt>
    <dgm:pt modelId="{331F6361-81A3-4760-A248-65097B524F2E}" type="pres">
      <dgm:prSet presAssocID="{B33FAFAC-009F-4C88-AA8D-CDC00E47B8CD}" presName="sibTrans" presStyleCnt="0"/>
      <dgm:spPr/>
    </dgm:pt>
    <dgm:pt modelId="{B9B383F4-9C74-47EF-8616-60156DE38CE2}" type="pres">
      <dgm:prSet presAssocID="{50CDB524-A476-4943-A44F-28269E945A5C}" presName="compNode" presStyleCnt="0"/>
      <dgm:spPr/>
    </dgm:pt>
    <dgm:pt modelId="{D7B2AA8C-102C-46A1-9C6E-D9DDBC30A352}" type="pres">
      <dgm:prSet presAssocID="{50CDB524-A476-4943-A44F-28269E945A5C}" presName="bgRect" presStyleLbl="bgShp" presStyleIdx="2" presStyleCnt="5"/>
      <dgm:spPr/>
    </dgm:pt>
    <dgm:pt modelId="{B6244121-8755-45B6-AB92-9DD11D68C1D6}" type="pres">
      <dgm:prSet presAssocID="{50CDB524-A476-4943-A44F-28269E945A5C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D86332B9-FA8F-4DB7-A5E4-548EF2F4163E}" type="pres">
      <dgm:prSet presAssocID="{50CDB524-A476-4943-A44F-28269E945A5C}" presName="spaceRect" presStyleCnt="0"/>
      <dgm:spPr/>
    </dgm:pt>
    <dgm:pt modelId="{0B136795-DE9D-4692-A957-2C3C200D80F9}" type="pres">
      <dgm:prSet presAssocID="{50CDB524-A476-4943-A44F-28269E945A5C}" presName="parTx" presStyleLbl="revTx" presStyleIdx="2" presStyleCnt="5">
        <dgm:presLayoutVars>
          <dgm:chMax val="0"/>
          <dgm:chPref val="0"/>
        </dgm:presLayoutVars>
      </dgm:prSet>
      <dgm:spPr/>
    </dgm:pt>
    <dgm:pt modelId="{D6C2050F-25C8-4195-88FB-1B5C194008D3}" type="pres">
      <dgm:prSet presAssocID="{E1E5CBE5-8A31-4636-9F88-1CB07013C678}" presName="sibTrans" presStyleCnt="0"/>
      <dgm:spPr/>
    </dgm:pt>
    <dgm:pt modelId="{E74E88F1-3A5A-455A-B0B3-5162A0826710}" type="pres">
      <dgm:prSet presAssocID="{1177491F-DE16-4ECE-928A-0691E61E87A6}" presName="compNode" presStyleCnt="0"/>
      <dgm:spPr/>
    </dgm:pt>
    <dgm:pt modelId="{A0C9C05F-E69E-4F9D-8AA0-7F037A121A79}" type="pres">
      <dgm:prSet presAssocID="{1177491F-DE16-4ECE-928A-0691E61E87A6}" presName="bgRect" presStyleLbl="bgShp" presStyleIdx="3" presStyleCnt="5"/>
      <dgm:spPr/>
    </dgm:pt>
    <dgm:pt modelId="{D52C51ED-2968-4A51-BDE1-C99F08512C9D}" type="pres">
      <dgm:prSet presAssocID="{1177491F-DE16-4ECE-928A-0691E61E87A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"/>
        </a:ext>
      </dgm:extLst>
    </dgm:pt>
    <dgm:pt modelId="{728026E5-34B0-4B54-AE16-3D0C31379D33}" type="pres">
      <dgm:prSet presAssocID="{1177491F-DE16-4ECE-928A-0691E61E87A6}" presName="spaceRect" presStyleCnt="0"/>
      <dgm:spPr/>
    </dgm:pt>
    <dgm:pt modelId="{D5D815C2-3A53-4CC9-94B0-0A605BF77B7E}" type="pres">
      <dgm:prSet presAssocID="{1177491F-DE16-4ECE-928A-0691E61E87A6}" presName="parTx" presStyleLbl="revTx" presStyleIdx="3" presStyleCnt="5">
        <dgm:presLayoutVars>
          <dgm:chMax val="0"/>
          <dgm:chPref val="0"/>
        </dgm:presLayoutVars>
      </dgm:prSet>
      <dgm:spPr/>
    </dgm:pt>
    <dgm:pt modelId="{4A53FE71-2849-4425-A4FE-C6E3311D76C2}" type="pres">
      <dgm:prSet presAssocID="{928C238B-F4F5-4A58-B0BA-CC2AD25608A8}" presName="sibTrans" presStyleCnt="0"/>
      <dgm:spPr/>
    </dgm:pt>
    <dgm:pt modelId="{3F38F23E-9F84-4254-829E-2E59660EA786}" type="pres">
      <dgm:prSet presAssocID="{3F3E249D-E46D-42B5-9664-2BD31E57CDF3}" presName="compNode" presStyleCnt="0"/>
      <dgm:spPr/>
    </dgm:pt>
    <dgm:pt modelId="{211473F3-BEE8-4D83-B7BB-362FA3FDAC00}" type="pres">
      <dgm:prSet presAssocID="{3F3E249D-E46D-42B5-9664-2BD31E57CDF3}" presName="bgRect" presStyleLbl="bgShp" presStyleIdx="4" presStyleCnt="5"/>
      <dgm:spPr/>
    </dgm:pt>
    <dgm:pt modelId="{3F72514E-93D2-4E47-B42C-3988F7966E2D}" type="pres">
      <dgm:prSet presAssocID="{3F3E249D-E46D-42B5-9664-2BD31E57CDF3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544DC1ED-DC6A-4571-9BCB-0BDB66A996F5}" type="pres">
      <dgm:prSet presAssocID="{3F3E249D-E46D-42B5-9664-2BD31E57CDF3}" presName="spaceRect" presStyleCnt="0"/>
      <dgm:spPr/>
    </dgm:pt>
    <dgm:pt modelId="{3B26A77B-EF81-4B6B-AE37-D849DF25925E}" type="pres">
      <dgm:prSet presAssocID="{3F3E249D-E46D-42B5-9664-2BD31E57CDF3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8ED14202-18A3-44BA-A331-01CB7A5FCDAA}" type="presOf" srcId="{50CDB524-A476-4943-A44F-28269E945A5C}" destId="{0B136795-DE9D-4692-A957-2C3C200D80F9}" srcOrd="0" destOrd="0" presId="urn:microsoft.com/office/officeart/2018/2/layout/IconVerticalSolidList"/>
    <dgm:cxn modelId="{6AEB1509-69A3-44E5-AA8A-4D709161EFF7}" srcId="{36B6F470-72BC-427D-89AB-FE90245BD78F}" destId="{50CDB524-A476-4943-A44F-28269E945A5C}" srcOrd="2" destOrd="0" parTransId="{964FDC64-8350-4806-B047-C0EE3B9999A6}" sibTransId="{E1E5CBE5-8A31-4636-9F88-1CB07013C678}"/>
    <dgm:cxn modelId="{F3D26512-1DFC-450F-9780-1345521A7F67}" srcId="{36B6F470-72BC-427D-89AB-FE90245BD78F}" destId="{1177491F-DE16-4ECE-928A-0691E61E87A6}" srcOrd="3" destOrd="0" parTransId="{29760EA6-E47A-419D-A40D-F2B3B7A667B4}" sibTransId="{928C238B-F4F5-4A58-B0BA-CC2AD25608A8}"/>
    <dgm:cxn modelId="{D861E221-5D28-42D5-9D70-D2C740B51345}" type="presOf" srcId="{8B5513DF-C548-44B8-B9DB-61199C41F4D2}" destId="{D3C50B27-4C87-4301-9B55-22AC653C9C14}" srcOrd="0" destOrd="0" presId="urn:microsoft.com/office/officeart/2018/2/layout/IconVerticalSolidList"/>
    <dgm:cxn modelId="{C821D82C-B31A-4DCA-AF30-EBBE570987F5}" type="presOf" srcId="{1177491F-DE16-4ECE-928A-0691E61E87A6}" destId="{D5D815C2-3A53-4CC9-94B0-0A605BF77B7E}" srcOrd="0" destOrd="0" presId="urn:microsoft.com/office/officeart/2018/2/layout/IconVerticalSolidList"/>
    <dgm:cxn modelId="{F2019B2D-16CD-4FA4-B0AA-1F03D0641C52}" type="presOf" srcId="{3F3E249D-E46D-42B5-9664-2BD31E57CDF3}" destId="{3B26A77B-EF81-4B6B-AE37-D849DF25925E}" srcOrd="0" destOrd="0" presId="urn:microsoft.com/office/officeart/2018/2/layout/IconVerticalSolidList"/>
    <dgm:cxn modelId="{1C6D3F33-AC5D-476C-8D9E-CC9CC0A79FD4}" type="presOf" srcId="{A004C73D-4C87-413B-A05F-48ED809080BD}" destId="{CA300B89-6846-445E-9E35-4A1D80897993}" srcOrd="0" destOrd="0" presId="urn:microsoft.com/office/officeart/2018/2/layout/IconVerticalSolidList"/>
    <dgm:cxn modelId="{8FF4AC6A-3126-4B23-BEDB-CEC584B84FDE}" type="presOf" srcId="{36B6F470-72BC-427D-89AB-FE90245BD78F}" destId="{1AB7A0E6-7C55-4FE7-8579-7403D86481F7}" srcOrd="0" destOrd="0" presId="urn:microsoft.com/office/officeart/2018/2/layout/IconVerticalSolidList"/>
    <dgm:cxn modelId="{21E50E4D-2B26-448E-ADF7-5F88968D5C89}" srcId="{36B6F470-72BC-427D-89AB-FE90245BD78F}" destId="{8B5513DF-C548-44B8-B9DB-61199C41F4D2}" srcOrd="1" destOrd="0" parTransId="{6AC83512-5A60-4170-BB2D-6FF77D31A04D}" sibTransId="{B33FAFAC-009F-4C88-AA8D-CDC00E47B8CD}"/>
    <dgm:cxn modelId="{246CA59E-5C21-43AC-81EF-B07E5445E2C0}" srcId="{36B6F470-72BC-427D-89AB-FE90245BD78F}" destId="{A004C73D-4C87-413B-A05F-48ED809080BD}" srcOrd="0" destOrd="0" parTransId="{48332408-2FC0-49A4-A801-965381F26B2A}" sibTransId="{25C57FC9-1DEC-4F4F-88A2-0B4C2DC7AF1D}"/>
    <dgm:cxn modelId="{BC1FB5BB-D8F6-4A06-9A53-E10A8189C96B}" srcId="{36B6F470-72BC-427D-89AB-FE90245BD78F}" destId="{3F3E249D-E46D-42B5-9664-2BD31E57CDF3}" srcOrd="4" destOrd="0" parTransId="{6BF88493-0786-4173-9D56-DDCCBACA9455}" sibTransId="{9B633DE0-7481-47AA-B040-AF0E58DB6B0F}"/>
    <dgm:cxn modelId="{0C21B911-566D-45F1-B685-F15ADBC37FCD}" type="presParOf" srcId="{1AB7A0E6-7C55-4FE7-8579-7403D86481F7}" destId="{60AA77C3-3C6B-4F1D-A1AB-3300D2D159D4}" srcOrd="0" destOrd="0" presId="urn:microsoft.com/office/officeart/2018/2/layout/IconVerticalSolidList"/>
    <dgm:cxn modelId="{1894B32A-5D8A-43F8-ADEE-5A30E1D2BC84}" type="presParOf" srcId="{60AA77C3-3C6B-4F1D-A1AB-3300D2D159D4}" destId="{8F64B159-FDFD-4DFB-829B-594EE0CA6018}" srcOrd="0" destOrd="0" presId="urn:microsoft.com/office/officeart/2018/2/layout/IconVerticalSolidList"/>
    <dgm:cxn modelId="{9D5883B2-CD15-401B-AD4C-56A2A40477AA}" type="presParOf" srcId="{60AA77C3-3C6B-4F1D-A1AB-3300D2D159D4}" destId="{34DE9249-7FE7-46AF-95AD-DAC820F57A93}" srcOrd="1" destOrd="0" presId="urn:microsoft.com/office/officeart/2018/2/layout/IconVerticalSolidList"/>
    <dgm:cxn modelId="{5CA00F13-99DB-40C1-8555-B1451C6DE8B4}" type="presParOf" srcId="{60AA77C3-3C6B-4F1D-A1AB-3300D2D159D4}" destId="{D0BA0912-6ABE-4C06-8351-E604A0D92F56}" srcOrd="2" destOrd="0" presId="urn:microsoft.com/office/officeart/2018/2/layout/IconVerticalSolidList"/>
    <dgm:cxn modelId="{71A37A44-D02A-4BC7-AD97-66A4CCDB4CDE}" type="presParOf" srcId="{60AA77C3-3C6B-4F1D-A1AB-3300D2D159D4}" destId="{CA300B89-6846-445E-9E35-4A1D80897993}" srcOrd="3" destOrd="0" presId="urn:microsoft.com/office/officeart/2018/2/layout/IconVerticalSolidList"/>
    <dgm:cxn modelId="{61A8E0C7-E239-4EC7-80BA-ADCA4FE6831A}" type="presParOf" srcId="{1AB7A0E6-7C55-4FE7-8579-7403D86481F7}" destId="{752765F5-8E6B-4BF5-9F63-ABA01D989999}" srcOrd="1" destOrd="0" presId="urn:microsoft.com/office/officeart/2018/2/layout/IconVerticalSolidList"/>
    <dgm:cxn modelId="{5E49FC2A-DC65-43BD-9E71-72FB29D8D7BC}" type="presParOf" srcId="{1AB7A0E6-7C55-4FE7-8579-7403D86481F7}" destId="{FAA26A7B-F320-41B8-9312-C00529885503}" srcOrd="2" destOrd="0" presId="urn:microsoft.com/office/officeart/2018/2/layout/IconVerticalSolidList"/>
    <dgm:cxn modelId="{39923091-6732-4D2C-8EB8-5A819055B189}" type="presParOf" srcId="{FAA26A7B-F320-41B8-9312-C00529885503}" destId="{98AC4859-A314-4DA5-BEFE-D9548FEDF944}" srcOrd="0" destOrd="0" presId="urn:microsoft.com/office/officeart/2018/2/layout/IconVerticalSolidList"/>
    <dgm:cxn modelId="{32DFA4EB-70B5-4226-B941-38FF0784B7EA}" type="presParOf" srcId="{FAA26A7B-F320-41B8-9312-C00529885503}" destId="{C464071B-9EBB-43AE-A534-98A02FD5102B}" srcOrd="1" destOrd="0" presId="urn:microsoft.com/office/officeart/2018/2/layout/IconVerticalSolidList"/>
    <dgm:cxn modelId="{B9B01B2A-3F91-443D-9F10-EDF5F870D0E1}" type="presParOf" srcId="{FAA26A7B-F320-41B8-9312-C00529885503}" destId="{58FF5606-2F76-4A3E-BE8B-D6784783752E}" srcOrd="2" destOrd="0" presId="urn:microsoft.com/office/officeart/2018/2/layout/IconVerticalSolidList"/>
    <dgm:cxn modelId="{A5C55ED7-4C74-4F2C-B685-B0E8950282D4}" type="presParOf" srcId="{FAA26A7B-F320-41B8-9312-C00529885503}" destId="{D3C50B27-4C87-4301-9B55-22AC653C9C14}" srcOrd="3" destOrd="0" presId="urn:microsoft.com/office/officeart/2018/2/layout/IconVerticalSolidList"/>
    <dgm:cxn modelId="{B12D3CA9-2916-4364-8E9D-E4A57547D7CF}" type="presParOf" srcId="{1AB7A0E6-7C55-4FE7-8579-7403D86481F7}" destId="{331F6361-81A3-4760-A248-65097B524F2E}" srcOrd="3" destOrd="0" presId="urn:microsoft.com/office/officeart/2018/2/layout/IconVerticalSolidList"/>
    <dgm:cxn modelId="{A60181AD-2190-47D1-8F84-797ED4B93163}" type="presParOf" srcId="{1AB7A0E6-7C55-4FE7-8579-7403D86481F7}" destId="{B9B383F4-9C74-47EF-8616-60156DE38CE2}" srcOrd="4" destOrd="0" presId="urn:microsoft.com/office/officeart/2018/2/layout/IconVerticalSolidList"/>
    <dgm:cxn modelId="{25A5E60B-CD73-418E-82B4-E47D6A50D79E}" type="presParOf" srcId="{B9B383F4-9C74-47EF-8616-60156DE38CE2}" destId="{D7B2AA8C-102C-46A1-9C6E-D9DDBC30A352}" srcOrd="0" destOrd="0" presId="urn:microsoft.com/office/officeart/2018/2/layout/IconVerticalSolidList"/>
    <dgm:cxn modelId="{36E875B2-7031-4AF9-8CC8-47931C335382}" type="presParOf" srcId="{B9B383F4-9C74-47EF-8616-60156DE38CE2}" destId="{B6244121-8755-45B6-AB92-9DD11D68C1D6}" srcOrd="1" destOrd="0" presId="urn:microsoft.com/office/officeart/2018/2/layout/IconVerticalSolidList"/>
    <dgm:cxn modelId="{A61FEA6A-EE26-4E5B-A7C9-12C867EC5A4A}" type="presParOf" srcId="{B9B383F4-9C74-47EF-8616-60156DE38CE2}" destId="{D86332B9-FA8F-4DB7-A5E4-548EF2F4163E}" srcOrd="2" destOrd="0" presId="urn:microsoft.com/office/officeart/2018/2/layout/IconVerticalSolidList"/>
    <dgm:cxn modelId="{3FD27A11-9EF9-49FA-B426-8E2017DC044A}" type="presParOf" srcId="{B9B383F4-9C74-47EF-8616-60156DE38CE2}" destId="{0B136795-DE9D-4692-A957-2C3C200D80F9}" srcOrd="3" destOrd="0" presId="urn:microsoft.com/office/officeart/2018/2/layout/IconVerticalSolidList"/>
    <dgm:cxn modelId="{8197A95A-62AB-4855-B2B8-7CFC8E05D6FB}" type="presParOf" srcId="{1AB7A0E6-7C55-4FE7-8579-7403D86481F7}" destId="{D6C2050F-25C8-4195-88FB-1B5C194008D3}" srcOrd="5" destOrd="0" presId="urn:microsoft.com/office/officeart/2018/2/layout/IconVerticalSolidList"/>
    <dgm:cxn modelId="{54E85A7F-1807-4543-83AA-A32FEAE370CD}" type="presParOf" srcId="{1AB7A0E6-7C55-4FE7-8579-7403D86481F7}" destId="{E74E88F1-3A5A-455A-B0B3-5162A0826710}" srcOrd="6" destOrd="0" presId="urn:microsoft.com/office/officeart/2018/2/layout/IconVerticalSolidList"/>
    <dgm:cxn modelId="{1CC2C344-C00E-4115-9D8D-158ECA94542F}" type="presParOf" srcId="{E74E88F1-3A5A-455A-B0B3-5162A0826710}" destId="{A0C9C05F-E69E-4F9D-8AA0-7F037A121A79}" srcOrd="0" destOrd="0" presId="urn:microsoft.com/office/officeart/2018/2/layout/IconVerticalSolidList"/>
    <dgm:cxn modelId="{7D12948B-9F66-4E93-98C4-A53D50A338A5}" type="presParOf" srcId="{E74E88F1-3A5A-455A-B0B3-5162A0826710}" destId="{D52C51ED-2968-4A51-BDE1-C99F08512C9D}" srcOrd="1" destOrd="0" presId="urn:microsoft.com/office/officeart/2018/2/layout/IconVerticalSolidList"/>
    <dgm:cxn modelId="{51152320-DB19-4999-B8FD-BDDF788D3A6D}" type="presParOf" srcId="{E74E88F1-3A5A-455A-B0B3-5162A0826710}" destId="{728026E5-34B0-4B54-AE16-3D0C31379D33}" srcOrd="2" destOrd="0" presId="urn:microsoft.com/office/officeart/2018/2/layout/IconVerticalSolidList"/>
    <dgm:cxn modelId="{0D5012C6-B147-4E83-8306-315E97542D1E}" type="presParOf" srcId="{E74E88F1-3A5A-455A-B0B3-5162A0826710}" destId="{D5D815C2-3A53-4CC9-94B0-0A605BF77B7E}" srcOrd="3" destOrd="0" presId="urn:microsoft.com/office/officeart/2018/2/layout/IconVerticalSolidList"/>
    <dgm:cxn modelId="{2F9C1A0F-35AD-4206-84A1-47F73B63668C}" type="presParOf" srcId="{1AB7A0E6-7C55-4FE7-8579-7403D86481F7}" destId="{4A53FE71-2849-4425-A4FE-C6E3311D76C2}" srcOrd="7" destOrd="0" presId="urn:microsoft.com/office/officeart/2018/2/layout/IconVerticalSolidList"/>
    <dgm:cxn modelId="{78CE8090-BF22-47AF-B744-5DEB33F58144}" type="presParOf" srcId="{1AB7A0E6-7C55-4FE7-8579-7403D86481F7}" destId="{3F38F23E-9F84-4254-829E-2E59660EA786}" srcOrd="8" destOrd="0" presId="urn:microsoft.com/office/officeart/2018/2/layout/IconVerticalSolidList"/>
    <dgm:cxn modelId="{E4F78503-D68C-442E-A084-F9458D0C09D6}" type="presParOf" srcId="{3F38F23E-9F84-4254-829E-2E59660EA786}" destId="{211473F3-BEE8-4D83-B7BB-362FA3FDAC00}" srcOrd="0" destOrd="0" presId="urn:microsoft.com/office/officeart/2018/2/layout/IconVerticalSolidList"/>
    <dgm:cxn modelId="{2ED721A5-4B07-4F68-B197-E3F4EAF2D345}" type="presParOf" srcId="{3F38F23E-9F84-4254-829E-2E59660EA786}" destId="{3F72514E-93D2-4E47-B42C-3988F7966E2D}" srcOrd="1" destOrd="0" presId="urn:microsoft.com/office/officeart/2018/2/layout/IconVerticalSolidList"/>
    <dgm:cxn modelId="{52BA9318-6665-49C1-B640-16C0532A0DCA}" type="presParOf" srcId="{3F38F23E-9F84-4254-829E-2E59660EA786}" destId="{544DC1ED-DC6A-4571-9BCB-0BDB66A996F5}" srcOrd="2" destOrd="0" presId="urn:microsoft.com/office/officeart/2018/2/layout/IconVerticalSolidList"/>
    <dgm:cxn modelId="{C899F7DC-8F12-4045-8C3F-736BDE35D08C}" type="presParOf" srcId="{3F38F23E-9F84-4254-829E-2E59660EA786}" destId="{3B26A77B-EF81-4B6B-AE37-D849DF25925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A55413B-8126-4B88-A2F6-3E816EFC6E2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A7704705-EEFD-439D-A955-46271CEC1D84}">
      <dgm:prSet/>
      <dgm:spPr/>
      <dgm:t>
        <a:bodyPr/>
        <a:lstStyle/>
        <a:p>
          <a:r>
            <a:rPr lang="en-US"/>
            <a:t>Developed a Flask-based API to serve as the data source for the ETL pipeline.</a:t>
          </a:r>
        </a:p>
      </dgm:t>
    </dgm:pt>
    <dgm:pt modelId="{D74CEE80-59D8-42AA-BADF-84B1C80C4271}" type="parTrans" cxnId="{7D144AB0-947D-49A0-8920-CD4F8CF09F7E}">
      <dgm:prSet/>
      <dgm:spPr/>
      <dgm:t>
        <a:bodyPr/>
        <a:lstStyle/>
        <a:p>
          <a:endParaRPr lang="en-US"/>
        </a:p>
      </dgm:t>
    </dgm:pt>
    <dgm:pt modelId="{626D18EC-0DBF-4C3E-927B-316F55315CA5}" type="sibTrans" cxnId="{7D144AB0-947D-49A0-8920-CD4F8CF09F7E}">
      <dgm:prSet/>
      <dgm:spPr/>
      <dgm:t>
        <a:bodyPr/>
        <a:lstStyle/>
        <a:p>
          <a:endParaRPr lang="en-US"/>
        </a:p>
      </dgm:t>
    </dgm:pt>
    <dgm:pt modelId="{04A9785E-B284-4A54-96E9-4CD079A38600}">
      <dgm:prSet/>
      <dgm:spPr/>
      <dgm:t>
        <a:bodyPr/>
        <a:lstStyle/>
        <a:p>
          <a:r>
            <a:rPr lang="en-US"/>
            <a:t>The API reads raw sales CSV files from a local directory.</a:t>
          </a:r>
        </a:p>
      </dgm:t>
    </dgm:pt>
    <dgm:pt modelId="{97BB7291-D2D7-4869-81F7-18E94F485CE6}" type="parTrans" cxnId="{32002762-CD00-4F98-A73C-DAB49A4EECF7}">
      <dgm:prSet/>
      <dgm:spPr/>
      <dgm:t>
        <a:bodyPr/>
        <a:lstStyle/>
        <a:p>
          <a:endParaRPr lang="en-US"/>
        </a:p>
      </dgm:t>
    </dgm:pt>
    <dgm:pt modelId="{D694DA6E-7F73-4354-B797-CF23E6DB5B41}" type="sibTrans" cxnId="{32002762-CD00-4F98-A73C-DAB49A4EECF7}">
      <dgm:prSet/>
      <dgm:spPr/>
      <dgm:t>
        <a:bodyPr/>
        <a:lstStyle/>
        <a:p>
          <a:endParaRPr lang="en-US"/>
        </a:p>
      </dgm:t>
    </dgm:pt>
    <dgm:pt modelId="{924950EE-608F-441B-94C6-E2B8B38B2D68}">
      <dgm:prSet/>
      <dgm:spPr/>
      <dgm:t>
        <a:bodyPr/>
        <a:lstStyle/>
        <a:p>
          <a:r>
            <a:rPr lang="en-US"/>
            <a:t>Exposes an endpoint: http://127.0.0.1:5000/sales/csv</a:t>
          </a:r>
        </a:p>
      </dgm:t>
    </dgm:pt>
    <dgm:pt modelId="{42CA3A1D-B1BB-4CA4-A4A1-05CCFA711768}" type="parTrans" cxnId="{AEB40D7D-1952-4F17-9ACC-B2D3D4E9397D}">
      <dgm:prSet/>
      <dgm:spPr/>
      <dgm:t>
        <a:bodyPr/>
        <a:lstStyle/>
        <a:p>
          <a:endParaRPr lang="en-US"/>
        </a:p>
      </dgm:t>
    </dgm:pt>
    <dgm:pt modelId="{63021ED9-7A0F-40EF-BC0A-030B6FCE0B18}" type="sibTrans" cxnId="{AEB40D7D-1952-4F17-9ACC-B2D3D4E9397D}">
      <dgm:prSet/>
      <dgm:spPr/>
      <dgm:t>
        <a:bodyPr/>
        <a:lstStyle/>
        <a:p>
          <a:endParaRPr lang="en-US"/>
        </a:p>
      </dgm:t>
    </dgm:pt>
    <dgm:pt modelId="{E7B4EA58-13F5-499F-A39D-9EFA288BCA9D}" type="pres">
      <dgm:prSet presAssocID="{CA55413B-8126-4B88-A2F6-3E816EFC6E21}" presName="root" presStyleCnt="0">
        <dgm:presLayoutVars>
          <dgm:dir/>
          <dgm:resizeHandles val="exact"/>
        </dgm:presLayoutVars>
      </dgm:prSet>
      <dgm:spPr/>
    </dgm:pt>
    <dgm:pt modelId="{1323DC34-7724-4656-AB1D-4C2F7ECD37E5}" type="pres">
      <dgm:prSet presAssocID="{A7704705-EEFD-439D-A955-46271CEC1D84}" presName="compNode" presStyleCnt="0"/>
      <dgm:spPr/>
    </dgm:pt>
    <dgm:pt modelId="{A25436B0-69C4-448D-A816-4DE3AAFF7E5B}" type="pres">
      <dgm:prSet presAssocID="{A7704705-EEFD-439D-A955-46271CEC1D84}" presName="bgRect" presStyleLbl="bgShp" presStyleIdx="0" presStyleCnt="3"/>
      <dgm:spPr/>
    </dgm:pt>
    <dgm:pt modelId="{863039E7-56B2-43FE-A006-3A6AC643B7AF}" type="pres">
      <dgm:prSet presAssocID="{A7704705-EEFD-439D-A955-46271CEC1D8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E274C5BC-91B2-423D-81F2-B8C54A5B5B25}" type="pres">
      <dgm:prSet presAssocID="{A7704705-EEFD-439D-A955-46271CEC1D84}" presName="spaceRect" presStyleCnt="0"/>
      <dgm:spPr/>
    </dgm:pt>
    <dgm:pt modelId="{C8C6296F-D5BE-4409-89F1-FC63F31E56A3}" type="pres">
      <dgm:prSet presAssocID="{A7704705-EEFD-439D-A955-46271CEC1D84}" presName="parTx" presStyleLbl="revTx" presStyleIdx="0" presStyleCnt="3">
        <dgm:presLayoutVars>
          <dgm:chMax val="0"/>
          <dgm:chPref val="0"/>
        </dgm:presLayoutVars>
      </dgm:prSet>
      <dgm:spPr/>
    </dgm:pt>
    <dgm:pt modelId="{94F247FB-B8EE-4ECF-8642-FE214CDC5A60}" type="pres">
      <dgm:prSet presAssocID="{626D18EC-0DBF-4C3E-927B-316F55315CA5}" presName="sibTrans" presStyleCnt="0"/>
      <dgm:spPr/>
    </dgm:pt>
    <dgm:pt modelId="{66027322-94F9-422D-A4B5-DFF4CFAE3D2B}" type="pres">
      <dgm:prSet presAssocID="{04A9785E-B284-4A54-96E9-4CD079A38600}" presName="compNode" presStyleCnt="0"/>
      <dgm:spPr/>
    </dgm:pt>
    <dgm:pt modelId="{B9CF7F2F-0D37-4F12-9686-23DE11D17984}" type="pres">
      <dgm:prSet presAssocID="{04A9785E-B284-4A54-96E9-4CD079A38600}" presName="bgRect" presStyleLbl="bgShp" presStyleIdx="1" presStyleCnt="3"/>
      <dgm:spPr/>
    </dgm:pt>
    <dgm:pt modelId="{7A64EB3F-B8AF-48E6-94DE-F46B20F420F4}" type="pres">
      <dgm:prSet presAssocID="{04A9785E-B284-4A54-96E9-4CD079A3860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7122534-B481-4BEC-9206-6B22E6C6A658}" type="pres">
      <dgm:prSet presAssocID="{04A9785E-B284-4A54-96E9-4CD079A38600}" presName="spaceRect" presStyleCnt="0"/>
      <dgm:spPr/>
    </dgm:pt>
    <dgm:pt modelId="{A2E2B81D-F694-4360-83F8-48144494D7E1}" type="pres">
      <dgm:prSet presAssocID="{04A9785E-B284-4A54-96E9-4CD079A38600}" presName="parTx" presStyleLbl="revTx" presStyleIdx="1" presStyleCnt="3">
        <dgm:presLayoutVars>
          <dgm:chMax val="0"/>
          <dgm:chPref val="0"/>
        </dgm:presLayoutVars>
      </dgm:prSet>
      <dgm:spPr/>
    </dgm:pt>
    <dgm:pt modelId="{4E74F299-34DF-40B4-99E6-0F4F206EF491}" type="pres">
      <dgm:prSet presAssocID="{D694DA6E-7F73-4354-B797-CF23E6DB5B41}" presName="sibTrans" presStyleCnt="0"/>
      <dgm:spPr/>
    </dgm:pt>
    <dgm:pt modelId="{BF5990AC-67DC-409D-A2CC-97368BFEACD9}" type="pres">
      <dgm:prSet presAssocID="{924950EE-608F-441B-94C6-E2B8B38B2D68}" presName="compNode" presStyleCnt="0"/>
      <dgm:spPr/>
    </dgm:pt>
    <dgm:pt modelId="{7CDA4370-1C84-4FC9-92DC-60728F27781A}" type="pres">
      <dgm:prSet presAssocID="{924950EE-608F-441B-94C6-E2B8B38B2D68}" presName="bgRect" presStyleLbl="bgShp" presStyleIdx="2" presStyleCnt="3"/>
      <dgm:spPr/>
    </dgm:pt>
    <dgm:pt modelId="{026C2D96-B680-4F95-AD1A-665586652224}" type="pres">
      <dgm:prSet presAssocID="{924950EE-608F-441B-94C6-E2B8B38B2D6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8C135581-C026-410F-9BBA-4C8301C849A9}" type="pres">
      <dgm:prSet presAssocID="{924950EE-608F-441B-94C6-E2B8B38B2D68}" presName="spaceRect" presStyleCnt="0"/>
      <dgm:spPr/>
    </dgm:pt>
    <dgm:pt modelId="{A7E7D50B-49EA-4F3D-A3E6-F800081DA588}" type="pres">
      <dgm:prSet presAssocID="{924950EE-608F-441B-94C6-E2B8B38B2D6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C6AE515-8492-463B-8AC1-C84D4A4A2A29}" type="presOf" srcId="{A7704705-EEFD-439D-A955-46271CEC1D84}" destId="{C8C6296F-D5BE-4409-89F1-FC63F31E56A3}" srcOrd="0" destOrd="0" presId="urn:microsoft.com/office/officeart/2018/2/layout/IconVerticalSolidList"/>
    <dgm:cxn modelId="{32002762-CD00-4F98-A73C-DAB49A4EECF7}" srcId="{CA55413B-8126-4B88-A2F6-3E816EFC6E21}" destId="{04A9785E-B284-4A54-96E9-4CD079A38600}" srcOrd="1" destOrd="0" parTransId="{97BB7291-D2D7-4869-81F7-18E94F485CE6}" sibTransId="{D694DA6E-7F73-4354-B797-CF23E6DB5B41}"/>
    <dgm:cxn modelId="{B0CA9D76-6D20-43CF-9D81-7FFAEF746795}" type="presOf" srcId="{04A9785E-B284-4A54-96E9-4CD079A38600}" destId="{A2E2B81D-F694-4360-83F8-48144494D7E1}" srcOrd="0" destOrd="0" presId="urn:microsoft.com/office/officeart/2018/2/layout/IconVerticalSolidList"/>
    <dgm:cxn modelId="{AEB40D7D-1952-4F17-9ACC-B2D3D4E9397D}" srcId="{CA55413B-8126-4B88-A2F6-3E816EFC6E21}" destId="{924950EE-608F-441B-94C6-E2B8B38B2D68}" srcOrd="2" destOrd="0" parTransId="{42CA3A1D-B1BB-4CA4-A4A1-05CCFA711768}" sibTransId="{63021ED9-7A0F-40EF-BC0A-030B6FCE0B18}"/>
    <dgm:cxn modelId="{53A1B789-39A4-4664-BEBA-7A66DE390657}" type="presOf" srcId="{CA55413B-8126-4B88-A2F6-3E816EFC6E21}" destId="{E7B4EA58-13F5-499F-A39D-9EFA288BCA9D}" srcOrd="0" destOrd="0" presId="urn:microsoft.com/office/officeart/2018/2/layout/IconVerticalSolidList"/>
    <dgm:cxn modelId="{7D144AB0-947D-49A0-8920-CD4F8CF09F7E}" srcId="{CA55413B-8126-4B88-A2F6-3E816EFC6E21}" destId="{A7704705-EEFD-439D-A955-46271CEC1D84}" srcOrd="0" destOrd="0" parTransId="{D74CEE80-59D8-42AA-BADF-84B1C80C4271}" sibTransId="{626D18EC-0DBF-4C3E-927B-316F55315CA5}"/>
    <dgm:cxn modelId="{0ED262C3-A685-42CD-8820-C52A4DA6C9E5}" type="presOf" srcId="{924950EE-608F-441B-94C6-E2B8B38B2D68}" destId="{A7E7D50B-49EA-4F3D-A3E6-F800081DA588}" srcOrd="0" destOrd="0" presId="urn:microsoft.com/office/officeart/2018/2/layout/IconVerticalSolidList"/>
    <dgm:cxn modelId="{DA8E98D7-0D6F-469E-BB46-A969182FCFD8}" type="presParOf" srcId="{E7B4EA58-13F5-499F-A39D-9EFA288BCA9D}" destId="{1323DC34-7724-4656-AB1D-4C2F7ECD37E5}" srcOrd="0" destOrd="0" presId="urn:microsoft.com/office/officeart/2018/2/layout/IconVerticalSolidList"/>
    <dgm:cxn modelId="{C2F11EEE-1856-41CD-99F4-C3291EBFCD82}" type="presParOf" srcId="{1323DC34-7724-4656-AB1D-4C2F7ECD37E5}" destId="{A25436B0-69C4-448D-A816-4DE3AAFF7E5B}" srcOrd="0" destOrd="0" presId="urn:microsoft.com/office/officeart/2018/2/layout/IconVerticalSolidList"/>
    <dgm:cxn modelId="{2032B64C-0102-4771-BD8F-D17A2896F7A3}" type="presParOf" srcId="{1323DC34-7724-4656-AB1D-4C2F7ECD37E5}" destId="{863039E7-56B2-43FE-A006-3A6AC643B7AF}" srcOrd="1" destOrd="0" presId="urn:microsoft.com/office/officeart/2018/2/layout/IconVerticalSolidList"/>
    <dgm:cxn modelId="{DADBEF4E-55CE-4FA9-9F87-B65C18ACD4F4}" type="presParOf" srcId="{1323DC34-7724-4656-AB1D-4C2F7ECD37E5}" destId="{E274C5BC-91B2-423D-81F2-B8C54A5B5B25}" srcOrd="2" destOrd="0" presId="urn:microsoft.com/office/officeart/2018/2/layout/IconVerticalSolidList"/>
    <dgm:cxn modelId="{425C8556-FAA8-4FE1-80CD-9490B8F52F75}" type="presParOf" srcId="{1323DC34-7724-4656-AB1D-4C2F7ECD37E5}" destId="{C8C6296F-D5BE-4409-89F1-FC63F31E56A3}" srcOrd="3" destOrd="0" presId="urn:microsoft.com/office/officeart/2018/2/layout/IconVerticalSolidList"/>
    <dgm:cxn modelId="{292A4E77-150F-43D7-B0E7-2FFC4E63ACE2}" type="presParOf" srcId="{E7B4EA58-13F5-499F-A39D-9EFA288BCA9D}" destId="{94F247FB-B8EE-4ECF-8642-FE214CDC5A60}" srcOrd="1" destOrd="0" presId="urn:microsoft.com/office/officeart/2018/2/layout/IconVerticalSolidList"/>
    <dgm:cxn modelId="{ED973A6F-7B1D-477A-9C2B-03A14F5B145F}" type="presParOf" srcId="{E7B4EA58-13F5-499F-A39D-9EFA288BCA9D}" destId="{66027322-94F9-422D-A4B5-DFF4CFAE3D2B}" srcOrd="2" destOrd="0" presId="urn:microsoft.com/office/officeart/2018/2/layout/IconVerticalSolidList"/>
    <dgm:cxn modelId="{5AA8D46E-5FF1-4710-8E2A-49B67E21AF93}" type="presParOf" srcId="{66027322-94F9-422D-A4B5-DFF4CFAE3D2B}" destId="{B9CF7F2F-0D37-4F12-9686-23DE11D17984}" srcOrd="0" destOrd="0" presId="urn:microsoft.com/office/officeart/2018/2/layout/IconVerticalSolidList"/>
    <dgm:cxn modelId="{415FDF52-A90C-48DF-B264-03985088F2B4}" type="presParOf" srcId="{66027322-94F9-422D-A4B5-DFF4CFAE3D2B}" destId="{7A64EB3F-B8AF-48E6-94DE-F46B20F420F4}" srcOrd="1" destOrd="0" presId="urn:microsoft.com/office/officeart/2018/2/layout/IconVerticalSolidList"/>
    <dgm:cxn modelId="{4B4B5EF4-2227-4AE6-A9EC-550988FAAB83}" type="presParOf" srcId="{66027322-94F9-422D-A4B5-DFF4CFAE3D2B}" destId="{D7122534-B481-4BEC-9206-6B22E6C6A658}" srcOrd="2" destOrd="0" presId="urn:microsoft.com/office/officeart/2018/2/layout/IconVerticalSolidList"/>
    <dgm:cxn modelId="{BB48065E-C7DA-4A0E-951D-A6A1F6A4CE54}" type="presParOf" srcId="{66027322-94F9-422D-A4B5-DFF4CFAE3D2B}" destId="{A2E2B81D-F694-4360-83F8-48144494D7E1}" srcOrd="3" destOrd="0" presId="urn:microsoft.com/office/officeart/2018/2/layout/IconVerticalSolidList"/>
    <dgm:cxn modelId="{B94D826B-54A3-4828-A159-4573C2467B86}" type="presParOf" srcId="{E7B4EA58-13F5-499F-A39D-9EFA288BCA9D}" destId="{4E74F299-34DF-40B4-99E6-0F4F206EF491}" srcOrd="3" destOrd="0" presId="urn:microsoft.com/office/officeart/2018/2/layout/IconVerticalSolidList"/>
    <dgm:cxn modelId="{3C76089D-08C3-4395-BB0D-2B2B77B1DA78}" type="presParOf" srcId="{E7B4EA58-13F5-499F-A39D-9EFA288BCA9D}" destId="{BF5990AC-67DC-409D-A2CC-97368BFEACD9}" srcOrd="4" destOrd="0" presId="urn:microsoft.com/office/officeart/2018/2/layout/IconVerticalSolidList"/>
    <dgm:cxn modelId="{F6AA586D-0682-49C9-B4A4-8328FE7FAA39}" type="presParOf" srcId="{BF5990AC-67DC-409D-A2CC-97368BFEACD9}" destId="{7CDA4370-1C84-4FC9-92DC-60728F27781A}" srcOrd="0" destOrd="0" presId="urn:microsoft.com/office/officeart/2018/2/layout/IconVerticalSolidList"/>
    <dgm:cxn modelId="{BBAB992A-0932-43B6-8798-86AB466C7D89}" type="presParOf" srcId="{BF5990AC-67DC-409D-A2CC-97368BFEACD9}" destId="{026C2D96-B680-4F95-AD1A-665586652224}" srcOrd="1" destOrd="0" presId="urn:microsoft.com/office/officeart/2018/2/layout/IconVerticalSolidList"/>
    <dgm:cxn modelId="{A244DD08-7225-4D65-B619-65290865B266}" type="presParOf" srcId="{BF5990AC-67DC-409D-A2CC-97368BFEACD9}" destId="{8C135581-C026-410F-9BBA-4C8301C849A9}" srcOrd="2" destOrd="0" presId="urn:microsoft.com/office/officeart/2018/2/layout/IconVerticalSolidList"/>
    <dgm:cxn modelId="{C580A8DA-F676-4E54-A7CB-56ED5129E932}" type="presParOf" srcId="{BF5990AC-67DC-409D-A2CC-97368BFEACD9}" destId="{A7E7D50B-49EA-4F3D-A3E6-F800081DA58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08CB909-FFC5-4B39-B4FC-243B3820B3A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F5B78E5-9D13-4D24-98F1-EFBBB6AEDA39}">
      <dgm:prSet/>
      <dgm:spPr/>
      <dgm:t>
        <a:bodyPr/>
        <a:lstStyle/>
        <a:p>
          <a:r>
            <a:rPr lang="en-US"/>
            <a:t>Data cleaning is performed:</a:t>
          </a:r>
        </a:p>
      </dgm:t>
    </dgm:pt>
    <dgm:pt modelId="{C30CF0F7-BEA4-4724-8D74-98449962758E}" type="parTrans" cxnId="{1133DDC7-A892-48CA-BBF4-BD501FFBD35E}">
      <dgm:prSet/>
      <dgm:spPr/>
      <dgm:t>
        <a:bodyPr/>
        <a:lstStyle/>
        <a:p>
          <a:endParaRPr lang="en-US"/>
        </a:p>
      </dgm:t>
    </dgm:pt>
    <dgm:pt modelId="{8E7D54A4-AA62-44C0-898B-80868F07D174}" type="sibTrans" cxnId="{1133DDC7-A892-48CA-BBF4-BD501FFBD35E}">
      <dgm:prSet/>
      <dgm:spPr/>
      <dgm:t>
        <a:bodyPr/>
        <a:lstStyle/>
        <a:p>
          <a:endParaRPr lang="en-US"/>
        </a:p>
      </dgm:t>
    </dgm:pt>
    <dgm:pt modelId="{EE79E202-D2C2-4786-B7BB-7712B7B2450E}">
      <dgm:prSet/>
      <dgm:spPr/>
      <dgm:t>
        <a:bodyPr/>
        <a:lstStyle/>
        <a:p>
          <a:r>
            <a:rPr lang="en-US"/>
            <a:t>Converted discounted_price, actual_price, rating, rating_count into numeric format.</a:t>
          </a:r>
        </a:p>
      </dgm:t>
    </dgm:pt>
    <dgm:pt modelId="{770EEC6B-82A2-40D1-9097-95EA4343D7A9}" type="parTrans" cxnId="{356318A3-A81F-4FC8-ABAE-38DC39BA9805}">
      <dgm:prSet/>
      <dgm:spPr/>
      <dgm:t>
        <a:bodyPr/>
        <a:lstStyle/>
        <a:p>
          <a:endParaRPr lang="en-US"/>
        </a:p>
      </dgm:t>
    </dgm:pt>
    <dgm:pt modelId="{7B6B04ED-9695-4CE9-A8A6-16BF563B7C84}" type="sibTrans" cxnId="{356318A3-A81F-4FC8-ABAE-38DC39BA9805}">
      <dgm:prSet/>
      <dgm:spPr/>
      <dgm:t>
        <a:bodyPr/>
        <a:lstStyle/>
        <a:p>
          <a:endParaRPr lang="en-US"/>
        </a:p>
      </dgm:t>
    </dgm:pt>
    <dgm:pt modelId="{82B3600D-70E4-43BE-AB05-E1049509D854}">
      <dgm:prSet/>
      <dgm:spPr/>
      <dgm:t>
        <a:bodyPr/>
        <a:lstStyle/>
        <a:p>
          <a:r>
            <a:rPr lang="en-US"/>
            <a:t>Removed unwanted symbols from price columns.</a:t>
          </a:r>
        </a:p>
      </dgm:t>
    </dgm:pt>
    <dgm:pt modelId="{F57C4B60-83BB-4A1E-884E-036BC8992C99}" type="parTrans" cxnId="{9668A72E-7289-4965-9B33-70FE5E48B878}">
      <dgm:prSet/>
      <dgm:spPr/>
      <dgm:t>
        <a:bodyPr/>
        <a:lstStyle/>
        <a:p>
          <a:endParaRPr lang="en-US"/>
        </a:p>
      </dgm:t>
    </dgm:pt>
    <dgm:pt modelId="{54C96612-7903-4AA4-B4B8-6A7E83BDE1AB}" type="sibTrans" cxnId="{9668A72E-7289-4965-9B33-70FE5E48B878}">
      <dgm:prSet/>
      <dgm:spPr/>
      <dgm:t>
        <a:bodyPr/>
        <a:lstStyle/>
        <a:p>
          <a:endParaRPr lang="en-US"/>
        </a:p>
      </dgm:t>
    </dgm:pt>
    <dgm:pt modelId="{6DB8DFFA-269D-4018-8DE2-2B7E9E7C7F80}">
      <dgm:prSet/>
      <dgm:spPr/>
      <dgm:t>
        <a:bodyPr/>
        <a:lstStyle/>
        <a:p>
          <a:r>
            <a:rPr lang="en-US"/>
            <a:t>Replaced missing values:</a:t>
          </a:r>
        </a:p>
      </dgm:t>
    </dgm:pt>
    <dgm:pt modelId="{B346E5C3-7FAA-4EC3-BC1E-0CB543790050}" type="parTrans" cxnId="{4E619656-0557-4980-A93B-09CF04B1519D}">
      <dgm:prSet/>
      <dgm:spPr/>
      <dgm:t>
        <a:bodyPr/>
        <a:lstStyle/>
        <a:p>
          <a:endParaRPr lang="en-US"/>
        </a:p>
      </dgm:t>
    </dgm:pt>
    <dgm:pt modelId="{7AA4C602-F1E5-4D46-B699-B42BD1E5B853}" type="sibTrans" cxnId="{4E619656-0557-4980-A93B-09CF04B1519D}">
      <dgm:prSet/>
      <dgm:spPr/>
      <dgm:t>
        <a:bodyPr/>
        <a:lstStyle/>
        <a:p>
          <a:endParaRPr lang="en-US"/>
        </a:p>
      </dgm:t>
    </dgm:pt>
    <dgm:pt modelId="{557BA441-4561-47BB-BE3D-33B6ADB21E13}">
      <dgm:prSet/>
      <dgm:spPr/>
      <dgm:t>
        <a:bodyPr/>
        <a:lstStyle/>
        <a:p>
          <a:r>
            <a:rPr lang="en-US"/>
            <a:t>category_id → -1</a:t>
          </a:r>
        </a:p>
      </dgm:t>
    </dgm:pt>
    <dgm:pt modelId="{F3FE86CA-64D6-4AA7-997C-137BC8A12FEC}" type="parTrans" cxnId="{3615737F-C453-47E3-A8B7-7AB2551FD474}">
      <dgm:prSet/>
      <dgm:spPr/>
      <dgm:t>
        <a:bodyPr/>
        <a:lstStyle/>
        <a:p>
          <a:endParaRPr lang="en-US"/>
        </a:p>
      </dgm:t>
    </dgm:pt>
    <dgm:pt modelId="{39904619-4833-45C3-AACF-C52C86BFCE95}" type="sibTrans" cxnId="{3615737F-C453-47E3-A8B7-7AB2551FD474}">
      <dgm:prSet/>
      <dgm:spPr/>
      <dgm:t>
        <a:bodyPr/>
        <a:lstStyle/>
        <a:p>
          <a:endParaRPr lang="en-US"/>
        </a:p>
      </dgm:t>
    </dgm:pt>
    <dgm:pt modelId="{478ECA4A-DEF9-40D9-9F8B-D60302A425F6}">
      <dgm:prSet/>
      <dgm:spPr/>
      <dgm:t>
        <a:bodyPr/>
        <a:lstStyle/>
        <a:p>
          <a:r>
            <a:rPr lang="en-US"/>
            <a:t>user_id → "UNKNOWN"</a:t>
          </a:r>
        </a:p>
      </dgm:t>
    </dgm:pt>
    <dgm:pt modelId="{F354B8B6-06DA-4893-BE70-6EEF9DD1F5E2}" type="parTrans" cxnId="{C7C0548F-B864-4494-AD3C-ECE3B61497CC}">
      <dgm:prSet/>
      <dgm:spPr/>
      <dgm:t>
        <a:bodyPr/>
        <a:lstStyle/>
        <a:p>
          <a:endParaRPr lang="en-US"/>
        </a:p>
      </dgm:t>
    </dgm:pt>
    <dgm:pt modelId="{CDB8A24B-F068-43A7-83F1-9EAAEA8BFE6B}" type="sibTrans" cxnId="{C7C0548F-B864-4494-AD3C-ECE3B61497CC}">
      <dgm:prSet/>
      <dgm:spPr/>
      <dgm:t>
        <a:bodyPr/>
        <a:lstStyle/>
        <a:p>
          <a:endParaRPr lang="en-US"/>
        </a:p>
      </dgm:t>
    </dgm:pt>
    <dgm:pt modelId="{C72E2FE4-6FFB-457E-9379-6E2813CB6BE2}">
      <dgm:prSet/>
      <dgm:spPr/>
      <dgm:t>
        <a:bodyPr/>
        <a:lstStyle/>
        <a:p>
          <a:r>
            <a:rPr lang="en-US"/>
            <a:t>user_name → "UNKNOWN"</a:t>
          </a:r>
        </a:p>
      </dgm:t>
    </dgm:pt>
    <dgm:pt modelId="{369D4002-B018-4A29-8B15-703603624479}" type="parTrans" cxnId="{F4FFEFFF-2AF4-486A-8D84-435240748E2A}">
      <dgm:prSet/>
      <dgm:spPr/>
      <dgm:t>
        <a:bodyPr/>
        <a:lstStyle/>
        <a:p>
          <a:endParaRPr lang="en-US"/>
        </a:p>
      </dgm:t>
    </dgm:pt>
    <dgm:pt modelId="{52C2BD88-4FCC-45DC-A167-D5BADE9A7F85}" type="sibTrans" cxnId="{F4FFEFFF-2AF4-486A-8D84-435240748E2A}">
      <dgm:prSet/>
      <dgm:spPr/>
      <dgm:t>
        <a:bodyPr/>
        <a:lstStyle/>
        <a:p>
          <a:endParaRPr lang="en-US"/>
        </a:p>
      </dgm:t>
    </dgm:pt>
    <dgm:pt modelId="{D5FCAD7B-3D07-41EB-889A-E039108B239C}">
      <dgm:prSet/>
      <dgm:spPr/>
      <dgm:t>
        <a:bodyPr/>
        <a:lstStyle/>
        <a:p>
          <a:r>
            <a:rPr lang="en-US"/>
            <a:t>A new calculated column is created:</a:t>
          </a:r>
        </a:p>
      </dgm:t>
    </dgm:pt>
    <dgm:pt modelId="{006A9877-4612-40FD-8589-AAB97B0E144A}" type="parTrans" cxnId="{9E288B7E-C969-41FE-847D-DC50A22E73EC}">
      <dgm:prSet/>
      <dgm:spPr/>
      <dgm:t>
        <a:bodyPr/>
        <a:lstStyle/>
        <a:p>
          <a:endParaRPr lang="en-US"/>
        </a:p>
      </dgm:t>
    </dgm:pt>
    <dgm:pt modelId="{F14BD3D0-C33C-4F89-9522-A0A22230162C}" type="sibTrans" cxnId="{9E288B7E-C969-41FE-847D-DC50A22E73EC}">
      <dgm:prSet/>
      <dgm:spPr/>
      <dgm:t>
        <a:bodyPr/>
        <a:lstStyle/>
        <a:p>
          <a:endParaRPr lang="en-US"/>
        </a:p>
      </dgm:t>
    </dgm:pt>
    <dgm:pt modelId="{9EE6903E-5FE5-4C24-8901-ED900A356F9F}">
      <dgm:prSet/>
      <dgm:spPr/>
      <dgm:t>
        <a:bodyPr/>
        <a:lstStyle/>
        <a:p>
          <a:r>
            <a:rPr lang="en-US"/>
            <a:t>A date_key column is added (current date) to support time-based analysis.</a:t>
          </a:r>
        </a:p>
      </dgm:t>
    </dgm:pt>
    <dgm:pt modelId="{4EB5CAA9-38D2-4A4B-A2FC-E1D849699C97}" type="parTrans" cxnId="{CA23DCA3-253B-41E5-BC34-E1FC8C057927}">
      <dgm:prSet/>
      <dgm:spPr/>
      <dgm:t>
        <a:bodyPr/>
        <a:lstStyle/>
        <a:p>
          <a:endParaRPr lang="en-US"/>
        </a:p>
      </dgm:t>
    </dgm:pt>
    <dgm:pt modelId="{E95A7106-2D2F-42F2-BB05-EACF058927E4}" type="sibTrans" cxnId="{CA23DCA3-253B-41E5-BC34-E1FC8C057927}">
      <dgm:prSet/>
      <dgm:spPr/>
      <dgm:t>
        <a:bodyPr/>
        <a:lstStyle/>
        <a:p>
          <a:endParaRPr lang="en-US"/>
        </a:p>
      </dgm:t>
    </dgm:pt>
    <dgm:pt modelId="{9D2FD29B-5E7E-4E49-A0A0-6498568A15B6}">
      <dgm:prSet/>
      <dgm:spPr/>
      <dgm:t>
        <a:bodyPr/>
        <a:lstStyle/>
        <a:p>
          <a:r>
            <a:rPr lang="en-US" dirty="0" err="1"/>
            <a:t>discount_amount</a:t>
          </a:r>
          <a:r>
            <a:rPr lang="en-US" dirty="0"/>
            <a:t> = </a:t>
          </a:r>
          <a:r>
            <a:rPr lang="en-US" dirty="0" err="1"/>
            <a:t>actual_price</a:t>
          </a:r>
          <a:r>
            <a:rPr lang="en-US" dirty="0"/>
            <a:t> - </a:t>
          </a:r>
          <a:r>
            <a:rPr lang="en-US" dirty="0" err="1"/>
            <a:t>discounted_price</a:t>
          </a:r>
          <a:endParaRPr lang="en-US" dirty="0"/>
        </a:p>
      </dgm:t>
    </dgm:pt>
    <dgm:pt modelId="{F4BFE90F-75BC-4181-A5C6-7B81F322872C}" type="parTrans" cxnId="{5CE4CC8B-97F2-457E-856F-5EFB237FF864}">
      <dgm:prSet/>
      <dgm:spPr/>
      <dgm:t>
        <a:bodyPr/>
        <a:lstStyle/>
        <a:p>
          <a:endParaRPr lang="en-US"/>
        </a:p>
      </dgm:t>
    </dgm:pt>
    <dgm:pt modelId="{6E2941A1-CAF4-4F5F-86B5-965877B977AB}" type="sibTrans" cxnId="{5CE4CC8B-97F2-457E-856F-5EFB237FF864}">
      <dgm:prSet/>
      <dgm:spPr/>
      <dgm:t>
        <a:bodyPr/>
        <a:lstStyle/>
        <a:p>
          <a:endParaRPr lang="en-US"/>
        </a:p>
      </dgm:t>
    </dgm:pt>
    <dgm:pt modelId="{DD74EB66-1F00-49DC-A7F5-00101F0B2600}" type="pres">
      <dgm:prSet presAssocID="{908CB909-FFC5-4B39-B4FC-243B3820B3A6}" presName="linear" presStyleCnt="0">
        <dgm:presLayoutVars>
          <dgm:animLvl val="lvl"/>
          <dgm:resizeHandles val="exact"/>
        </dgm:presLayoutVars>
      </dgm:prSet>
      <dgm:spPr/>
    </dgm:pt>
    <dgm:pt modelId="{F4EB9C23-D3BA-4753-A988-AC0DCCAD1F49}" type="pres">
      <dgm:prSet presAssocID="{CF5B78E5-9D13-4D24-98F1-EFBBB6AEDA3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2403438-91CD-4E2A-A55E-75A4BEACD472}" type="pres">
      <dgm:prSet presAssocID="{CF5B78E5-9D13-4D24-98F1-EFBBB6AEDA39}" presName="childText" presStyleLbl="revTx" presStyleIdx="0" presStyleCnt="2">
        <dgm:presLayoutVars>
          <dgm:bulletEnabled val="1"/>
        </dgm:presLayoutVars>
      </dgm:prSet>
      <dgm:spPr/>
    </dgm:pt>
    <dgm:pt modelId="{EA6CFEE2-3FD0-4A11-88F8-20B2C52A6F78}" type="pres">
      <dgm:prSet presAssocID="{D5FCAD7B-3D07-41EB-889A-E039108B239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169E230-6DD0-47FB-8B88-373400881B68}" type="pres">
      <dgm:prSet presAssocID="{D5FCAD7B-3D07-41EB-889A-E039108B239C}" presName="childText" presStyleLbl="revTx" presStyleIdx="1" presStyleCnt="2">
        <dgm:presLayoutVars>
          <dgm:bulletEnabled val="1"/>
        </dgm:presLayoutVars>
      </dgm:prSet>
      <dgm:spPr/>
    </dgm:pt>
    <dgm:pt modelId="{B79DAC4E-BD13-4E33-BEBD-7B6AE0914747}" type="pres">
      <dgm:prSet presAssocID="{9EE6903E-5FE5-4C24-8901-ED900A356F9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A083604-2A28-427A-98BC-F0137577851D}" type="presOf" srcId="{908CB909-FFC5-4B39-B4FC-243B3820B3A6}" destId="{DD74EB66-1F00-49DC-A7F5-00101F0B2600}" srcOrd="0" destOrd="0" presId="urn:microsoft.com/office/officeart/2005/8/layout/vList2"/>
    <dgm:cxn modelId="{EEFBF025-C6B5-4C37-8D4D-349387B6D0E5}" type="presOf" srcId="{9D2FD29B-5E7E-4E49-A0A0-6498568A15B6}" destId="{D169E230-6DD0-47FB-8B88-373400881B68}" srcOrd="0" destOrd="0" presId="urn:microsoft.com/office/officeart/2005/8/layout/vList2"/>
    <dgm:cxn modelId="{9668A72E-7289-4965-9B33-70FE5E48B878}" srcId="{CF5B78E5-9D13-4D24-98F1-EFBBB6AEDA39}" destId="{82B3600D-70E4-43BE-AB05-E1049509D854}" srcOrd="1" destOrd="0" parTransId="{F57C4B60-83BB-4A1E-884E-036BC8992C99}" sibTransId="{54C96612-7903-4AA4-B4B8-6A7E83BDE1AB}"/>
    <dgm:cxn modelId="{3763202F-6CAC-4C21-AB87-7E0829F846D5}" type="presOf" srcId="{C72E2FE4-6FFB-457E-9379-6E2813CB6BE2}" destId="{52403438-91CD-4E2A-A55E-75A4BEACD472}" srcOrd="0" destOrd="5" presId="urn:microsoft.com/office/officeart/2005/8/layout/vList2"/>
    <dgm:cxn modelId="{239BD43D-F521-4E0D-8579-2318DE4E60BA}" type="presOf" srcId="{9EE6903E-5FE5-4C24-8901-ED900A356F9F}" destId="{B79DAC4E-BD13-4E33-BEBD-7B6AE0914747}" srcOrd="0" destOrd="0" presId="urn:microsoft.com/office/officeart/2005/8/layout/vList2"/>
    <dgm:cxn modelId="{DA6C3872-EADC-4009-AF0D-852397C33EC5}" type="presOf" srcId="{6DB8DFFA-269D-4018-8DE2-2B7E9E7C7F80}" destId="{52403438-91CD-4E2A-A55E-75A4BEACD472}" srcOrd="0" destOrd="2" presId="urn:microsoft.com/office/officeart/2005/8/layout/vList2"/>
    <dgm:cxn modelId="{4E619656-0557-4980-A93B-09CF04B1519D}" srcId="{CF5B78E5-9D13-4D24-98F1-EFBBB6AEDA39}" destId="{6DB8DFFA-269D-4018-8DE2-2B7E9E7C7F80}" srcOrd="2" destOrd="0" parTransId="{B346E5C3-7FAA-4EC3-BC1E-0CB543790050}" sibTransId="{7AA4C602-F1E5-4D46-B699-B42BD1E5B853}"/>
    <dgm:cxn modelId="{23CEE659-DE2B-42BE-A90C-6AEC963C149E}" type="presOf" srcId="{478ECA4A-DEF9-40D9-9F8B-D60302A425F6}" destId="{52403438-91CD-4E2A-A55E-75A4BEACD472}" srcOrd="0" destOrd="4" presId="urn:microsoft.com/office/officeart/2005/8/layout/vList2"/>
    <dgm:cxn modelId="{9E288B7E-C969-41FE-847D-DC50A22E73EC}" srcId="{908CB909-FFC5-4B39-B4FC-243B3820B3A6}" destId="{D5FCAD7B-3D07-41EB-889A-E039108B239C}" srcOrd="1" destOrd="0" parTransId="{006A9877-4612-40FD-8589-AAB97B0E144A}" sibTransId="{F14BD3D0-C33C-4F89-9522-A0A22230162C}"/>
    <dgm:cxn modelId="{3615737F-C453-47E3-A8B7-7AB2551FD474}" srcId="{6DB8DFFA-269D-4018-8DE2-2B7E9E7C7F80}" destId="{557BA441-4561-47BB-BE3D-33B6ADB21E13}" srcOrd="0" destOrd="0" parTransId="{F3FE86CA-64D6-4AA7-997C-137BC8A12FEC}" sibTransId="{39904619-4833-45C3-AACF-C52C86BFCE95}"/>
    <dgm:cxn modelId="{5CE4CC8B-97F2-457E-856F-5EFB237FF864}" srcId="{D5FCAD7B-3D07-41EB-889A-E039108B239C}" destId="{9D2FD29B-5E7E-4E49-A0A0-6498568A15B6}" srcOrd="0" destOrd="0" parTransId="{F4BFE90F-75BC-4181-A5C6-7B81F322872C}" sibTransId="{6E2941A1-CAF4-4F5F-86B5-965877B977AB}"/>
    <dgm:cxn modelId="{C7C0548F-B864-4494-AD3C-ECE3B61497CC}" srcId="{6DB8DFFA-269D-4018-8DE2-2B7E9E7C7F80}" destId="{478ECA4A-DEF9-40D9-9F8B-D60302A425F6}" srcOrd="1" destOrd="0" parTransId="{F354B8B6-06DA-4893-BE70-6EEF9DD1F5E2}" sibTransId="{CDB8A24B-F068-43A7-83F1-9EAAEA8BFE6B}"/>
    <dgm:cxn modelId="{DED76A9E-065E-4E44-A525-2873860E101A}" type="presOf" srcId="{D5FCAD7B-3D07-41EB-889A-E039108B239C}" destId="{EA6CFEE2-3FD0-4A11-88F8-20B2C52A6F78}" srcOrd="0" destOrd="0" presId="urn:microsoft.com/office/officeart/2005/8/layout/vList2"/>
    <dgm:cxn modelId="{E37312A0-649B-4617-B101-CFA62A19F2DA}" type="presOf" srcId="{EE79E202-D2C2-4786-B7BB-7712B7B2450E}" destId="{52403438-91CD-4E2A-A55E-75A4BEACD472}" srcOrd="0" destOrd="0" presId="urn:microsoft.com/office/officeart/2005/8/layout/vList2"/>
    <dgm:cxn modelId="{356318A3-A81F-4FC8-ABAE-38DC39BA9805}" srcId="{CF5B78E5-9D13-4D24-98F1-EFBBB6AEDA39}" destId="{EE79E202-D2C2-4786-B7BB-7712B7B2450E}" srcOrd="0" destOrd="0" parTransId="{770EEC6B-82A2-40D1-9097-95EA4343D7A9}" sibTransId="{7B6B04ED-9695-4CE9-A8A6-16BF563B7C84}"/>
    <dgm:cxn modelId="{CA23DCA3-253B-41E5-BC34-E1FC8C057927}" srcId="{908CB909-FFC5-4B39-B4FC-243B3820B3A6}" destId="{9EE6903E-5FE5-4C24-8901-ED900A356F9F}" srcOrd="2" destOrd="0" parTransId="{4EB5CAA9-38D2-4A4B-A2FC-E1D849699C97}" sibTransId="{E95A7106-2D2F-42F2-BB05-EACF058927E4}"/>
    <dgm:cxn modelId="{A968C7B7-F8AC-4154-A5A8-2CECA1F6B44B}" type="presOf" srcId="{CF5B78E5-9D13-4D24-98F1-EFBBB6AEDA39}" destId="{F4EB9C23-D3BA-4753-A988-AC0DCCAD1F49}" srcOrd="0" destOrd="0" presId="urn:microsoft.com/office/officeart/2005/8/layout/vList2"/>
    <dgm:cxn modelId="{37BC02C7-39E6-471D-84B3-266E7C1C1101}" type="presOf" srcId="{557BA441-4561-47BB-BE3D-33B6ADB21E13}" destId="{52403438-91CD-4E2A-A55E-75A4BEACD472}" srcOrd="0" destOrd="3" presId="urn:microsoft.com/office/officeart/2005/8/layout/vList2"/>
    <dgm:cxn modelId="{1133DDC7-A892-48CA-BBF4-BD501FFBD35E}" srcId="{908CB909-FFC5-4B39-B4FC-243B3820B3A6}" destId="{CF5B78E5-9D13-4D24-98F1-EFBBB6AEDA39}" srcOrd="0" destOrd="0" parTransId="{C30CF0F7-BEA4-4724-8D74-98449962758E}" sibTransId="{8E7D54A4-AA62-44C0-898B-80868F07D174}"/>
    <dgm:cxn modelId="{05B844E5-315E-4677-8CB9-B7CECE9EFCF5}" type="presOf" srcId="{82B3600D-70E4-43BE-AB05-E1049509D854}" destId="{52403438-91CD-4E2A-A55E-75A4BEACD472}" srcOrd="0" destOrd="1" presId="urn:microsoft.com/office/officeart/2005/8/layout/vList2"/>
    <dgm:cxn modelId="{F4FFEFFF-2AF4-486A-8D84-435240748E2A}" srcId="{6DB8DFFA-269D-4018-8DE2-2B7E9E7C7F80}" destId="{C72E2FE4-6FFB-457E-9379-6E2813CB6BE2}" srcOrd="2" destOrd="0" parTransId="{369D4002-B018-4A29-8B15-703603624479}" sibTransId="{52C2BD88-4FCC-45DC-A167-D5BADE9A7F85}"/>
    <dgm:cxn modelId="{E7A89269-277F-4180-A265-F6E1A42A8952}" type="presParOf" srcId="{DD74EB66-1F00-49DC-A7F5-00101F0B2600}" destId="{F4EB9C23-D3BA-4753-A988-AC0DCCAD1F49}" srcOrd="0" destOrd="0" presId="urn:microsoft.com/office/officeart/2005/8/layout/vList2"/>
    <dgm:cxn modelId="{03E77D5E-704E-4801-A73C-4261AD2506DC}" type="presParOf" srcId="{DD74EB66-1F00-49DC-A7F5-00101F0B2600}" destId="{52403438-91CD-4E2A-A55E-75A4BEACD472}" srcOrd="1" destOrd="0" presId="urn:microsoft.com/office/officeart/2005/8/layout/vList2"/>
    <dgm:cxn modelId="{1F237720-E1CE-4F0D-A418-32C4613C6285}" type="presParOf" srcId="{DD74EB66-1F00-49DC-A7F5-00101F0B2600}" destId="{EA6CFEE2-3FD0-4A11-88F8-20B2C52A6F78}" srcOrd="2" destOrd="0" presId="urn:microsoft.com/office/officeart/2005/8/layout/vList2"/>
    <dgm:cxn modelId="{DE5A3FB7-093F-4A97-9F82-456E04D8C7AD}" type="presParOf" srcId="{DD74EB66-1F00-49DC-A7F5-00101F0B2600}" destId="{D169E230-6DD0-47FB-8B88-373400881B68}" srcOrd="3" destOrd="0" presId="urn:microsoft.com/office/officeart/2005/8/layout/vList2"/>
    <dgm:cxn modelId="{E460CC6F-5BAE-45F9-B50E-7EC0853DF94B}" type="presParOf" srcId="{DD74EB66-1F00-49DC-A7F5-00101F0B2600}" destId="{B79DAC4E-BD13-4E33-BEBD-7B6AE091474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028C56A-68D0-4D10-89D5-C4FAB063CC59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534CE07-31E4-4850-B82E-DF5F7103A01C}">
      <dgm:prSet/>
      <dgm:spPr/>
      <dgm:t>
        <a:bodyPr/>
        <a:lstStyle/>
        <a:p>
          <a:r>
            <a:rPr lang="en-US"/>
            <a:t>The cleaned data is loaded into PostgreSQL.</a:t>
          </a:r>
        </a:p>
      </dgm:t>
    </dgm:pt>
    <dgm:pt modelId="{E2E9846C-511C-40BB-B7AA-9F3C2C796EF3}" type="parTrans" cxnId="{CB5E284E-4B8D-42CD-97AB-D8D859875FD5}">
      <dgm:prSet/>
      <dgm:spPr/>
      <dgm:t>
        <a:bodyPr/>
        <a:lstStyle/>
        <a:p>
          <a:endParaRPr lang="en-US"/>
        </a:p>
      </dgm:t>
    </dgm:pt>
    <dgm:pt modelId="{54ADFB9A-7453-45FC-B3BE-D92B8F27110A}" type="sibTrans" cxnId="{CB5E284E-4B8D-42CD-97AB-D8D859875FD5}">
      <dgm:prSet/>
      <dgm:spPr/>
      <dgm:t>
        <a:bodyPr/>
        <a:lstStyle/>
        <a:p>
          <a:endParaRPr lang="en-US"/>
        </a:p>
      </dgm:t>
    </dgm:pt>
    <dgm:pt modelId="{3BC4BC73-1479-44E7-B0E4-9DFD1588B6D4}">
      <dgm:prSet/>
      <dgm:spPr/>
      <dgm:t>
        <a:bodyPr/>
        <a:lstStyle/>
        <a:p>
          <a:r>
            <a:rPr lang="en-US"/>
            <a:t>A Star Schema model is used.</a:t>
          </a:r>
        </a:p>
      </dgm:t>
    </dgm:pt>
    <dgm:pt modelId="{57AA2410-0A86-4A84-8705-E4E9D844BD08}" type="parTrans" cxnId="{05D050F6-21B7-4BAB-A6B7-FBF63B0BAE2B}">
      <dgm:prSet/>
      <dgm:spPr/>
      <dgm:t>
        <a:bodyPr/>
        <a:lstStyle/>
        <a:p>
          <a:endParaRPr lang="en-US"/>
        </a:p>
      </dgm:t>
    </dgm:pt>
    <dgm:pt modelId="{2C3E1166-96F9-4C3C-9173-BD79F46DBD24}" type="sibTrans" cxnId="{05D050F6-21B7-4BAB-A6B7-FBF63B0BAE2B}">
      <dgm:prSet/>
      <dgm:spPr/>
      <dgm:t>
        <a:bodyPr/>
        <a:lstStyle/>
        <a:p>
          <a:endParaRPr lang="en-US"/>
        </a:p>
      </dgm:t>
    </dgm:pt>
    <dgm:pt modelId="{C0F97029-DB0B-45EF-9C2F-CDEF3ACFBFB6}">
      <dgm:prSet/>
      <dgm:spPr/>
      <dgm:t>
        <a:bodyPr/>
        <a:lstStyle/>
        <a:p>
          <a:r>
            <a:rPr lang="en-US"/>
            <a:t>Dimension tables are loaded first to generate surrogate keys.</a:t>
          </a:r>
        </a:p>
      </dgm:t>
    </dgm:pt>
    <dgm:pt modelId="{86BFCD86-A520-477A-B329-D374C385AB5C}" type="parTrans" cxnId="{ACC6A465-94A2-413C-A788-9D79E94E2762}">
      <dgm:prSet/>
      <dgm:spPr/>
      <dgm:t>
        <a:bodyPr/>
        <a:lstStyle/>
        <a:p>
          <a:endParaRPr lang="en-US"/>
        </a:p>
      </dgm:t>
    </dgm:pt>
    <dgm:pt modelId="{1E78B09E-9410-4CE3-8084-084A3E4C57BE}" type="sibTrans" cxnId="{ACC6A465-94A2-413C-A788-9D79E94E2762}">
      <dgm:prSet/>
      <dgm:spPr/>
      <dgm:t>
        <a:bodyPr/>
        <a:lstStyle/>
        <a:p>
          <a:endParaRPr lang="en-US"/>
        </a:p>
      </dgm:t>
    </dgm:pt>
    <dgm:pt modelId="{0118FAA9-674F-425C-A3CB-60FD9CFF2D27}">
      <dgm:prSet/>
      <dgm:spPr/>
      <dgm:t>
        <a:bodyPr/>
        <a:lstStyle/>
        <a:p>
          <a:r>
            <a:rPr lang="en-US"/>
            <a:t>ON CONFLICT DO NOTHING is used to avoid duplicate records.</a:t>
          </a:r>
        </a:p>
      </dgm:t>
    </dgm:pt>
    <dgm:pt modelId="{1AAF2280-85AD-46D4-948E-003AD96379AA}" type="parTrans" cxnId="{D7EF156C-3D87-4CAA-BCD2-847E16648173}">
      <dgm:prSet/>
      <dgm:spPr/>
      <dgm:t>
        <a:bodyPr/>
        <a:lstStyle/>
        <a:p>
          <a:endParaRPr lang="en-US"/>
        </a:p>
      </dgm:t>
    </dgm:pt>
    <dgm:pt modelId="{5D43A139-3B06-4624-BD1B-334BFAEB5999}" type="sibTrans" cxnId="{D7EF156C-3D87-4CAA-BCD2-847E16648173}">
      <dgm:prSet/>
      <dgm:spPr/>
      <dgm:t>
        <a:bodyPr/>
        <a:lstStyle/>
        <a:p>
          <a:endParaRPr lang="en-US"/>
        </a:p>
      </dgm:t>
    </dgm:pt>
    <dgm:pt modelId="{F4883C65-0D12-484C-85EB-160733C944C6}" type="pres">
      <dgm:prSet presAssocID="{4028C56A-68D0-4D10-89D5-C4FAB063CC59}" presName="linear" presStyleCnt="0">
        <dgm:presLayoutVars>
          <dgm:animLvl val="lvl"/>
          <dgm:resizeHandles val="exact"/>
        </dgm:presLayoutVars>
      </dgm:prSet>
      <dgm:spPr/>
    </dgm:pt>
    <dgm:pt modelId="{F1D60840-C588-4128-BD6D-F3777BF4DB5E}" type="pres">
      <dgm:prSet presAssocID="{D534CE07-31E4-4850-B82E-DF5F7103A01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1B52441-B744-4A4B-B426-2B073C68743A}" type="pres">
      <dgm:prSet presAssocID="{54ADFB9A-7453-45FC-B3BE-D92B8F27110A}" presName="spacer" presStyleCnt="0"/>
      <dgm:spPr/>
    </dgm:pt>
    <dgm:pt modelId="{96883A0B-1138-4809-9818-C30AD7D232A0}" type="pres">
      <dgm:prSet presAssocID="{3BC4BC73-1479-44E7-B0E4-9DFD1588B6D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F27ACCD-E0BA-456E-A6C5-AA7C28A418BF}" type="pres">
      <dgm:prSet presAssocID="{2C3E1166-96F9-4C3C-9173-BD79F46DBD24}" presName="spacer" presStyleCnt="0"/>
      <dgm:spPr/>
    </dgm:pt>
    <dgm:pt modelId="{03D47F2D-8D7A-41AE-928C-2A545B920BA4}" type="pres">
      <dgm:prSet presAssocID="{C0F97029-DB0B-45EF-9C2F-CDEF3ACFBFB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3DD0476-882F-4224-839A-EA0C48F43029}" type="pres">
      <dgm:prSet presAssocID="{1E78B09E-9410-4CE3-8084-084A3E4C57BE}" presName="spacer" presStyleCnt="0"/>
      <dgm:spPr/>
    </dgm:pt>
    <dgm:pt modelId="{3E83E660-E33D-4186-B91B-A5945320F814}" type="pres">
      <dgm:prSet presAssocID="{0118FAA9-674F-425C-A3CB-60FD9CFF2D2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DABD613-CE2B-4591-BCED-3CD09FDA03FE}" type="presOf" srcId="{4028C56A-68D0-4D10-89D5-C4FAB063CC59}" destId="{F4883C65-0D12-484C-85EB-160733C944C6}" srcOrd="0" destOrd="0" presId="urn:microsoft.com/office/officeart/2005/8/layout/vList2"/>
    <dgm:cxn modelId="{6864ED17-6AE0-4A6F-B9C0-94B87E788561}" type="presOf" srcId="{C0F97029-DB0B-45EF-9C2F-CDEF3ACFBFB6}" destId="{03D47F2D-8D7A-41AE-928C-2A545B920BA4}" srcOrd="0" destOrd="0" presId="urn:microsoft.com/office/officeart/2005/8/layout/vList2"/>
    <dgm:cxn modelId="{B8B17F22-EA5A-4436-9D89-75AFC9B9EF9D}" type="presOf" srcId="{D534CE07-31E4-4850-B82E-DF5F7103A01C}" destId="{F1D60840-C588-4128-BD6D-F3777BF4DB5E}" srcOrd="0" destOrd="0" presId="urn:microsoft.com/office/officeart/2005/8/layout/vList2"/>
    <dgm:cxn modelId="{ACC6A465-94A2-413C-A788-9D79E94E2762}" srcId="{4028C56A-68D0-4D10-89D5-C4FAB063CC59}" destId="{C0F97029-DB0B-45EF-9C2F-CDEF3ACFBFB6}" srcOrd="2" destOrd="0" parTransId="{86BFCD86-A520-477A-B329-D374C385AB5C}" sibTransId="{1E78B09E-9410-4CE3-8084-084A3E4C57BE}"/>
    <dgm:cxn modelId="{D7EF156C-3D87-4CAA-BCD2-847E16648173}" srcId="{4028C56A-68D0-4D10-89D5-C4FAB063CC59}" destId="{0118FAA9-674F-425C-A3CB-60FD9CFF2D27}" srcOrd="3" destOrd="0" parTransId="{1AAF2280-85AD-46D4-948E-003AD96379AA}" sibTransId="{5D43A139-3B06-4624-BD1B-334BFAEB5999}"/>
    <dgm:cxn modelId="{CB5E284E-4B8D-42CD-97AB-D8D859875FD5}" srcId="{4028C56A-68D0-4D10-89D5-C4FAB063CC59}" destId="{D534CE07-31E4-4850-B82E-DF5F7103A01C}" srcOrd="0" destOrd="0" parTransId="{E2E9846C-511C-40BB-B7AA-9F3C2C796EF3}" sibTransId="{54ADFB9A-7453-45FC-B3BE-D92B8F27110A}"/>
    <dgm:cxn modelId="{C70C4FA1-19B7-4302-8FA2-4B8E6158076F}" type="presOf" srcId="{3BC4BC73-1479-44E7-B0E4-9DFD1588B6D4}" destId="{96883A0B-1138-4809-9818-C30AD7D232A0}" srcOrd="0" destOrd="0" presId="urn:microsoft.com/office/officeart/2005/8/layout/vList2"/>
    <dgm:cxn modelId="{12D9EEB3-F5D2-4100-8A2C-AB5AB01900E7}" type="presOf" srcId="{0118FAA9-674F-425C-A3CB-60FD9CFF2D27}" destId="{3E83E660-E33D-4186-B91B-A5945320F814}" srcOrd="0" destOrd="0" presId="urn:microsoft.com/office/officeart/2005/8/layout/vList2"/>
    <dgm:cxn modelId="{05D050F6-21B7-4BAB-A6B7-FBF63B0BAE2B}" srcId="{4028C56A-68D0-4D10-89D5-C4FAB063CC59}" destId="{3BC4BC73-1479-44E7-B0E4-9DFD1588B6D4}" srcOrd="1" destOrd="0" parTransId="{57AA2410-0A86-4A84-8705-E4E9D844BD08}" sibTransId="{2C3E1166-96F9-4C3C-9173-BD79F46DBD24}"/>
    <dgm:cxn modelId="{1DA5E0F6-CECB-4AAB-926F-C3EB926A9A83}" type="presParOf" srcId="{F4883C65-0D12-484C-85EB-160733C944C6}" destId="{F1D60840-C588-4128-BD6D-F3777BF4DB5E}" srcOrd="0" destOrd="0" presId="urn:microsoft.com/office/officeart/2005/8/layout/vList2"/>
    <dgm:cxn modelId="{9AD63475-9743-4DB0-B2E3-FF9BC2EEDC83}" type="presParOf" srcId="{F4883C65-0D12-484C-85EB-160733C944C6}" destId="{F1B52441-B744-4A4B-B426-2B073C68743A}" srcOrd="1" destOrd="0" presId="urn:microsoft.com/office/officeart/2005/8/layout/vList2"/>
    <dgm:cxn modelId="{0D3C2400-3E52-4F16-896D-9562D112CB18}" type="presParOf" srcId="{F4883C65-0D12-484C-85EB-160733C944C6}" destId="{96883A0B-1138-4809-9818-C30AD7D232A0}" srcOrd="2" destOrd="0" presId="urn:microsoft.com/office/officeart/2005/8/layout/vList2"/>
    <dgm:cxn modelId="{8842218C-E28B-4A01-BCE4-0C418F083915}" type="presParOf" srcId="{F4883C65-0D12-484C-85EB-160733C944C6}" destId="{CF27ACCD-E0BA-456E-A6C5-AA7C28A418BF}" srcOrd="3" destOrd="0" presId="urn:microsoft.com/office/officeart/2005/8/layout/vList2"/>
    <dgm:cxn modelId="{2EC0B79C-D627-48CE-B8B5-09BBE8AE9800}" type="presParOf" srcId="{F4883C65-0D12-484C-85EB-160733C944C6}" destId="{03D47F2D-8D7A-41AE-928C-2A545B920BA4}" srcOrd="4" destOrd="0" presId="urn:microsoft.com/office/officeart/2005/8/layout/vList2"/>
    <dgm:cxn modelId="{520832EF-F878-41DE-91E0-BD40084984A5}" type="presParOf" srcId="{F4883C65-0D12-484C-85EB-160733C944C6}" destId="{33DD0476-882F-4224-839A-EA0C48F43029}" srcOrd="5" destOrd="0" presId="urn:microsoft.com/office/officeart/2005/8/layout/vList2"/>
    <dgm:cxn modelId="{55FFB095-D154-4572-AF0F-09DAE526D908}" type="presParOf" srcId="{F4883C65-0D12-484C-85EB-160733C944C6}" destId="{3E83E660-E33D-4186-B91B-A5945320F81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2D3B3C0-B645-4515-8E05-085DF425E948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1AE9113-813D-4303-A4D8-AE3FDC757C9E}">
      <dgm:prSet/>
      <dgm:spPr/>
      <dgm:t>
        <a:bodyPr/>
        <a:lstStyle/>
        <a:p>
          <a:r>
            <a:rPr lang="en-US"/>
            <a:t>Fact Table:</a:t>
          </a:r>
        </a:p>
      </dgm:t>
    </dgm:pt>
    <dgm:pt modelId="{65287D73-0C11-4132-8BF8-91B0F2330F9C}" type="parTrans" cxnId="{0EB11640-A52A-4BBA-BBF5-650D776BAFF7}">
      <dgm:prSet/>
      <dgm:spPr/>
      <dgm:t>
        <a:bodyPr/>
        <a:lstStyle/>
        <a:p>
          <a:endParaRPr lang="en-US"/>
        </a:p>
      </dgm:t>
    </dgm:pt>
    <dgm:pt modelId="{A9B56588-3414-462F-983F-E815C63B5266}" type="sibTrans" cxnId="{0EB11640-A52A-4BBA-BBF5-650D776BAFF7}">
      <dgm:prSet/>
      <dgm:spPr/>
      <dgm:t>
        <a:bodyPr/>
        <a:lstStyle/>
        <a:p>
          <a:endParaRPr lang="en-US"/>
        </a:p>
      </dgm:t>
    </dgm:pt>
    <dgm:pt modelId="{ACCC4D5E-C9C5-4D51-8CD0-03BD292B007B}">
      <dgm:prSet/>
      <dgm:spPr/>
      <dgm:t>
        <a:bodyPr/>
        <a:lstStyle/>
        <a:p>
          <a:r>
            <a:rPr lang="en-US"/>
            <a:t>fact_product_review</a:t>
          </a:r>
        </a:p>
      </dgm:t>
    </dgm:pt>
    <dgm:pt modelId="{92AF890E-D4BD-400F-896A-14AEB60F25F4}" type="parTrans" cxnId="{A8C3838F-79B6-47DB-BF0D-507A3BF29B3D}">
      <dgm:prSet/>
      <dgm:spPr/>
      <dgm:t>
        <a:bodyPr/>
        <a:lstStyle/>
        <a:p>
          <a:endParaRPr lang="en-US"/>
        </a:p>
      </dgm:t>
    </dgm:pt>
    <dgm:pt modelId="{9088794C-C46E-48C7-8B47-19CC6017D1EB}" type="sibTrans" cxnId="{A8C3838F-79B6-47DB-BF0D-507A3BF29B3D}">
      <dgm:prSet/>
      <dgm:spPr/>
      <dgm:t>
        <a:bodyPr/>
        <a:lstStyle/>
        <a:p>
          <a:endParaRPr lang="en-US"/>
        </a:p>
      </dgm:t>
    </dgm:pt>
    <dgm:pt modelId="{060A49E3-134A-46BD-8158-1F6CB010AF83}">
      <dgm:prSet/>
      <dgm:spPr/>
      <dgm:t>
        <a:bodyPr/>
        <a:lstStyle/>
        <a:p>
          <a:r>
            <a:rPr lang="en-US"/>
            <a:t>Dimension Tables:</a:t>
          </a:r>
        </a:p>
      </dgm:t>
    </dgm:pt>
    <dgm:pt modelId="{DE165A8C-9666-4019-B893-16436C2D1304}" type="parTrans" cxnId="{9A6E0E4B-888D-452B-8EAC-900B7206AFA0}">
      <dgm:prSet/>
      <dgm:spPr/>
      <dgm:t>
        <a:bodyPr/>
        <a:lstStyle/>
        <a:p>
          <a:endParaRPr lang="en-US"/>
        </a:p>
      </dgm:t>
    </dgm:pt>
    <dgm:pt modelId="{8C50CB10-BC95-4999-A405-79BB599F5906}" type="sibTrans" cxnId="{9A6E0E4B-888D-452B-8EAC-900B7206AFA0}">
      <dgm:prSet/>
      <dgm:spPr/>
      <dgm:t>
        <a:bodyPr/>
        <a:lstStyle/>
        <a:p>
          <a:endParaRPr lang="en-US"/>
        </a:p>
      </dgm:t>
    </dgm:pt>
    <dgm:pt modelId="{0BF81DE6-2604-4697-A941-818242F5AF86}">
      <dgm:prSet/>
      <dgm:spPr/>
      <dgm:t>
        <a:bodyPr/>
        <a:lstStyle/>
        <a:p>
          <a:r>
            <a:rPr lang="en-US" dirty="0" err="1"/>
            <a:t>dim_date</a:t>
          </a:r>
          <a:endParaRPr lang="en-US" dirty="0"/>
        </a:p>
      </dgm:t>
    </dgm:pt>
    <dgm:pt modelId="{0D768842-D127-4988-AD00-28BFB48CBC3A}" type="parTrans" cxnId="{AD225D4C-4DE1-49A5-8646-81B0F7086E7C}">
      <dgm:prSet/>
      <dgm:spPr/>
      <dgm:t>
        <a:bodyPr/>
        <a:lstStyle/>
        <a:p>
          <a:endParaRPr lang="en-US"/>
        </a:p>
      </dgm:t>
    </dgm:pt>
    <dgm:pt modelId="{81E28BE0-D2D3-4FA2-A542-3ED7D6BA0B83}" type="sibTrans" cxnId="{AD225D4C-4DE1-49A5-8646-81B0F7086E7C}">
      <dgm:prSet/>
      <dgm:spPr/>
      <dgm:t>
        <a:bodyPr/>
        <a:lstStyle/>
        <a:p>
          <a:endParaRPr lang="en-US"/>
        </a:p>
      </dgm:t>
    </dgm:pt>
    <dgm:pt modelId="{BF8D889E-ED14-4EB6-9A84-9B7D1A954413}">
      <dgm:prSet/>
      <dgm:spPr/>
      <dgm:t>
        <a:bodyPr/>
        <a:lstStyle/>
        <a:p>
          <a:r>
            <a:rPr lang="en-US"/>
            <a:t>dim_category</a:t>
          </a:r>
        </a:p>
      </dgm:t>
    </dgm:pt>
    <dgm:pt modelId="{6AA4FCBF-4FD3-4D1E-897B-6BAE2313B425}" type="parTrans" cxnId="{3BE7F9C3-DFCC-474C-AB2A-C07AD535D2DE}">
      <dgm:prSet/>
      <dgm:spPr/>
      <dgm:t>
        <a:bodyPr/>
        <a:lstStyle/>
        <a:p>
          <a:endParaRPr lang="en-US"/>
        </a:p>
      </dgm:t>
    </dgm:pt>
    <dgm:pt modelId="{3BCDAE6C-E6F9-4FF8-8439-3B8308260A13}" type="sibTrans" cxnId="{3BE7F9C3-DFCC-474C-AB2A-C07AD535D2DE}">
      <dgm:prSet/>
      <dgm:spPr/>
      <dgm:t>
        <a:bodyPr/>
        <a:lstStyle/>
        <a:p>
          <a:endParaRPr lang="en-US"/>
        </a:p>
      </dgm:t>
    </dgm:pt>
    <dgm:pt modelId="{A46B297F-35B9-4C25-B47D-664BCA874001}">
      <dgm:prSet/>
      <dgm:spPr/>
      <dgm:t>
        <a:bodyPr/>
        <a:lstStyle/>
        <a:p>
          <a:r>
            <a:rPr lang="en-US"/>
            <a:t>dim_user</a:t>
          </a:r>
        </a:p>
      </dgm:t>
    </dgm:pt>
    <dgm:pt modelId="{20BF2F74-9D25-4082-9880-035AFA64154A}" type="parTrans" cxnId="{CC77BFD1-E0EE-4502-A0B2-5795D7790FE6}">
      <dgm:prSet/>
      <dgm:spPr/>
      <dgm:t>
        <a:bodyPr/>
        <a:lstStyle/>
        <a:p>
          <a:endParaRPr lang="en-US"/>
        </a:p>
      </dgm:t>
    </dgm:pt>
    <dgm:pt modelId="{19034A24-6025-4302-9B9C-BEB36CA2CD64}" type="sibTrans" cxnId="{CC77BFD1-E0EE-4502-A0B2-5795D7790FE6}">
      <dgm:prSet/>
      <dgm:spPr/>
      <dgm:t>
        <a:bodyPr/>
        <a:lstStyle/>
        <a:p>
          <a:endParaRPr lang="en-US"/>
        </a:p>
      </dgm:t>
    </dgm:pt>
    <dgm:pt modelId="{DA1E3043-6113-4216-8A14-B41DD25C016E}">
      <dgm:prSet/>
      <dgm:spPr/>
      <dgm:t>
        <a:bodyPr/>
        <a:lstStyle/>
        <a:p>
          <a:r>
            <a:rPr lang="en-US"/>
            <a:t>dim_product</a:t>
          </a:r>
        </a:p>
      </dgm:t>
    </dgm:pt>
    <dgm:pt modelId="{442D64B1-A259-401C-8778-83BB9CD8A8CD}" type="parTrans" cxnId="{AE6FA536-DD8A-4616-8CBB-445F13D31756}">
      <dgm:prSet/>
      <dgm:spPr/>
      <dgm:t>
        <a:bodyPr/>
        <a:lstStyle/>
        <a:p>
          <a:endParaRPr lang="en-US"/>
        </a:p>
      </dgm:t>
    </dgm:pt>
    <dgm:pt modelId="{63AC8913-65ED-46C1-990C-0D7F1D0FFE2A}" type="sibTrans" cxnId="{AE6FA536-DD8A-4616-8CBB-445F13D31756}">
      <dgm:prSet/>
      <dgm:spPr/>
      <dgm:t>
        <a:bodyPr/>
        <a:lstStyle/>
        <a:p>
          <a:endParaRPr lang="en-US"/>
        </a:p>
      </dgm:t>
    </dgm:pt>
    <dgm:pt modelId="{EFA09EEE-9688-4E87-B9D6-6F926363DC21}" type="pres">
      <dgm:prSet presAssocID="{62D3B3C0-B645-4515-8E05-085DF425E948}" presName="Name0" presStyleCnt="0">
        <dgm:presLayoutVars>
          <dgm:dir/>
          <dgm:animLvl val="lvl"/>
          <dgm:resizeHandles val="exact"/>
        </dgm:presLayoutVars>
      </dgm:prSet>
      <dgm:spPr/>
    </dgm:pt>
    <dgm:pt modelId="{04CCDB43-0C0F-4530-8160-C7A99486E58E}" type="pres">
      <dgm:prSet presAssocID="{01AE9113-813D-4303-A4D8-AE3FDC757C9E}" presName="composite" presStyleCnt="0"/>
      <dgm:spPr/>
    </dgm:pt>
    <dgm:pt modelId="{F8F6FA1B-E46B-44E9-B7F2-C0300CA590CA}" type="pres">
      <dgm:prSet presAssocID="{01AE9113-813D-4303-A4D8-AE3FDC757C9E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59BE5E14-DBB1-4427-8416-1287F9366449}" type="pres">
      <dgm:prSet presAssocID="{01AE9113-813D-4303-A4D8-AE3FDC757C9E}" presName="desTx" presStyleLbl="alignAccFollowNode1" presStyleIdx="0" presStyleCnt="2">
        <dgm:presLayoutVars>
          <dgm:bulletEnabled val="1"/>
        </dgm:presLayoutVars>
      </dgm:prSet>
      <dgm:spPr/>
    </dgm:pt>
    <dgm:pt modelId="{B3ADC4BB-81E3-4799-B80C-BA6135643B2E}" type="pres">
      <dgm:prSet presAssocID="{A9B56588-3414-462F-983F-E815C63B5266}" presName="space" presStyleCnt="0"/>
      <dgm:spPr/>
    </dgm:pt>
    <dgm:pt modelId="{1A6CAC1F-B91D-475B-9AA0-50DCC6248F89}" type="pres">
      <dgm:prSet presAssocID="{060A49E3-134A-46BD-8158-1F6CB010AF83}" presName="composite" presStyleCnt="0"/>
      <dgm:spPr/>
    </dgm:pt>
    <dgm:pt modelId="{9675D4B0-180C-4C70-86D9-DF21B823BD32}" type="pres">
      <dgm:prSet presAssocID="{060A49E3-134A-46BD-8158-1F6CB010AF83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2AB9AB99-F706-4871-BB98-78684ACC102D}" type="pres">
      <dgm:prSet presAssocID="{060A49E3-134A-46BD-8158-1F6CB010AF83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DCCDA20A-63AB-437B-81F2-986AC2B2B62A}" type="presOf" srcId="{A46B297F-35B9-4C25-B47D-664BCA874001}" destId="{2AB9AB99-F706-4871-BB98-78684ACC102D}" srcOrd="0" destOrd="2" presId="urn:microsoft.com/office/officeart/2005/8/layout/hList1"/>
    <dgm:cxn modelId="{3C50901E-BBEF-46B4-BA39-36EDF68C1708}" type="presOf" srcId="{ACCC4D5E-C9C5-4D51-8CD0-03BD292B007B}" destId="{59BE5E14-DBB1-4427-8416-1287F9366449}" srcOrd="0" destOrd="0" presId="urn:microsoft.com/office/officeart/2005/8/layout/hList1"/>
    <dgm:cxn modelId="{29CFD822-3198-49D5-B7CA-C1E5CBCA9FE0}" type="presOf" srcId="{01AE9113-813D-4303-A4D8-AE3FDC757C9E}" destId="{F8F6FA1B-E46B-44E9-B7F2-C0300CA590CA}" srcOrd="0" destOrd="0" presId="urn:microsoft.com/office/officeart/2005/8/layout/hList1"/>
    <dgm:cxn modelId="{AE6FA536-DD8A-4616-8CBB-445F13D31756}" srcId="{060A49E3-134A-46BD-8158-1F6CB010AF83}" destId="{DA1E3043-6113-4216-8A14-B41DD25C016E}" srcOrd="3" destOrd="0" parTransId="{442D64B1-A259-401C-8778-83BB9CD8A8CD}" sibTransId="{63AC8913-65ED-46C1-990C-0D7F1D0FFE2A}"/>
    <dgm:cxn modelId="{0EB11640-A52A-4BBA-BBF5-650D776BAFF7}" srcId="{62D3B3C0-B645-4515-8E05-085DF425E948}" destId="{01AE9113-813D-4303-A4D8-AE3FDC757C9E}" srcOrd="0" destOrd="0" parTransId="{65287D73-0C11-4132-8BF8-91B0F2330F9C}" sibTransId="{A9B56588-3414-462F-983F-E815C63B5266}"/>
    <dgm:cxn modelId="{4028B85B-A70E-4C47-ABA4-C8C9F3F66557}" type="presOf" srcId="{060A49E3-134A-46BD-8158-1F6CB010AF83}" destId="{9675D4B0-180C-4C70-86D9-DF21B823BD32}" srcOrd="0" destOrd="0" presId="urn:microsoft.com/office/officeart/2005/8/layout/hList1"/>
    <dgm:cxn modelId="{9A6E0E4B-888D-452B-8EAC-900B7206AFA0}" srcId="{62D3B3C0-B645-4515-8E05-085DF425E948}" destId="{060A49E3-134A-46BD-8158-1F6CB010AF83}" srcOrd="1" destOrd="0" parTransId="{DE165A8C-9666-4019-B893-16436C2D1304}" sibTransId="{8C50CB10-BC95-4999-A405-79BB599F5906}"/>
    <dgm:cxn modelId="{AD225D4C-4DE1-49A5-8646-81B0F7086E7C}" srcId="{060A49E3-134A-46BD-8158-1F6CB010AF83}" destId="{0BF81DE6-2604-4697-A941-818242F5AF86}" srcOrd="0" destOrd="0" parTransId="{0D768842-D127-4988-AD00-28BFB48CBC3A}" sibTransId="{81E28BE0-D2D3-4FA2-A542-3ED7D6BA0B83}"/>
    <dgm:cxn modelId="{9C739759-F0BB-4157-B9D7-E5C6974D52D7}" type="presOf" srcId="{0BF81DE6-2604-4697-A941-818242F5AF86}" destId="{2AB9AB99-F706-4871-BB98-78684ACC102D}" srcOrd="0" destOrd="0" presId="urn:microsoft.com/office/officeart/2005/8/layout/hList1"/>
    <dgm:cxn modelId="{A8C3838F-79B6-47DB-BF0D-507A3BF29B3D}" srcId="{01AE9113-813D-4303-A4D8-AE3FDC757C9E}" destId="{ACCC4D5E-C9C5-4D51-8CD0-03BD292B007B}" srcOrd="0" destOrd="0" parTransId="{92AF890E-D4BD-400F-896A-14AEB60F25F4}" sibTransId="{9088794C-C46E-48C7-8B47-19CC6017D1EB}"/>
    <dgm:cxn modelId="{080E4A99-4F2B-49A1-A7A8-5850B939C14F}" type="presOf" srcId="{62D3B3C0-B645-4515-8E05-085DF425E948}" destId="{EFA09EEE-9688-4E87-B9D6-6F926363DC21}" srcOrd="0" destOrd="0" presId="urn:microsoft.com/office/officeart/2005/8/layout/hList1"/>
    <dgm:cxn modelId="{3BE7F9C3-DFCC-474C-AB2A-C07AD535D2DE}" srcId="{060A49E3-134A-46BD-8158-1F6CB010AF83}" destId="{BF8D889E-ED14-4EB6-9A84-9B7D1A954413}" srcOrd="1" destOrd="0" parTransId="{6AA4FCBF-4FD3-4D1E-897B-6BAE2313B425}" sibTransId="{3BCDAE6C-E6F9-4FF8-8439-3B8308260A13}"/>
    <dgm:cxn modelId="{CC77BFD1-E0EE-4502-A0B2-5795D7790FE6}" srcId="{060A49E3-134A-46BD-8158-1F6CB010AF83}" destId="{A46B297F-35B9-4C25-B47D-664BCA874001}" srcOrd="2" destOrd="0" parTransId="{20BF2F74-9D25-4082-9880-035AFA64154A}" sibTransId="{19034A24-6025-4302-9B9C-BEB36CA2CD64}"/>
    <dgm:cxn modelId="{32016CF9-BCF2-4C0E-BC8D-0B8A527BE610}" type="presOf" srcId="{BF8D889E-ED14-4EB6-9A84-9B7D1A954413}" destId="{2AB9AB99-F706-4871-BB98-78684ACC102D}" srcOrd="0" destOrd="1" presId="urn:microsoft.com/office/officeart/2005/8/layout/hList1"/>
    <dgm:cxn modelId="{8E3859FE-80D2-47D9-8F27-98EC1ED40012}" type="presOf" srcId="{DA1E3043-6113-4216-8A14-B41DD25C016E}" destId="{2AB9AB99-F706-4871-BB98-78684ACC102D}" srcOrd="0" destOrd="3" presId="urn:microsoft.com/office/officeart/2005/8/layout/hList1"/>
    <dgm:cxn modelId="{62204AC2-1044-488D-AACB-D9146CF46971}" type="presParOf" srcId="{EFA09EEE-9688-4E87-B9D6-6F926363DC21}" destId="{04CCDB43-0C0F-4530-8160-C7A99486E58E}" srcOrd="0" destOrd="0" presId="urn:microsoft.com/office/officeart/2005/8/layout/hList1"/>
    <dgm:cxn modelId="{76B5605C-0F9F-4FBE-B989-57324E0FBB48}" type="presParOf" srcId="{04CCDB43-0C0F-4530-8160-C7A99486E58E}" destId="{F8F6FA1B-E46B-44E9-B7F2-C0300CA590CA}" srcOrd="0" destOrd="0" presId="urn:microsoft.com/office/officeart/2005/8/layout/hList1"/>
    <dgm:cxn modelId="{BF7C62B9-530C-438C-8808-614BB03ECBF9}" type="presParOf" srcId="{04CCDB43-0C0F-4530-8160-C7A99486E58E}" destId="{59BE5E14-DBB1-4427-8416-1287F9366449}" srcOrd="1" destOrd="0" presId="urn:microsoft.com/office/officeart/2005/8/layout/hList1"/>
    <dgm:cxn modelId="{9B5E414D-FA92-4BA1-8479-1F4486B5462A}" type="presParOf" srcId="{EFA09EEE-9688-4E87-B9D6-6F926363DC21}" destId="{B3ADC4BB-81E3-4799-B80C-BA6135643B2E}" srcOrd="1" destOrd="0" presId="urn:microsoft.com/office/officeart/2005/8/layout/hList1"/>
    <dgm:cxn modelId="{5E19C107-1E28-41D3-BB4A-81431D98620B}" type="presParOf" srcId="{EFA09EEE-9688-4E87-B9D6-6F926363DC21}" destId="{1A6CAC1F-B91D-475B-9AA0-50DCC6248F89}" srcOrd="2" destOrd="0" presId="urn:microsoft.com/office/officeart/2005/8/layout/hList1"/>
    <dgm:cxn modelId="{54520CB6-F1D4-41E3-A7DC-6C5480056FCC}" type="presParOf" srcId="{1A6CAC1F-B91D-475B-9AA0-50DCC6248F89}" destId="{9675D4B0-180C-4C70-86D9-DF21B823BD32}" srcOrd="0" destOrd="0" presId="urn:microsoft.com/office/officeart/2005/8/layout/hList1"/>
    <dgm:cxn modelId="{414F5D43-671D-446D-A102-8572313FDD87}" type="presParOf" srcId="{1A6CAC1F-B91D-475B-9AA0-50DCC6248F89}" destId="{2AB9AB99-F706-4871-BB98-78684ACC102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64B159-FDFD-4DFB-829B-594EE0CA6018}">
      <dsp:nvSpPr>
        <dsp:cNvPr id="0" name=""/>
        <dsp:cNvSpPr/>
      </dsp:nvSpPr>
      <dsp:spPr>
        <a:xfrm>
          <a:off x="0" y="4366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DE9249-7FE7-46AF-95AD-DAC820F57A93}">
      <dsp:nvSpPr>
        <dsp:cNvPr id="0" name=""/>
        <dsp:cNvSpPr/>
      </dsp:nvSpPr>
      <dsp:spPr>
        <a:xfrm>
          <a:off x="281355" y="213639"/>
          <a:ext cx="511556" cy="5115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300B89-6846-445E-9E35-4A1D80897993}">
      <dsp:nvSpPr>
        <dsp:cNvPr id="0" name=""/>
        <dsp:cNvSpPr/>
      </dsp:nvSpPr>
      <dsp:spPr>
        <a:xfrm>
          <a:off x="1074268" y="4366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Source:</a:t>
          </a:r>
          <a:r>
            <a:rPr lang="en-US" sz="1900" b="0" i="0" kern="1200" baseline="0"/>
            <a:t> Local CSV files processed by a Flask API (api.py).</a:t>
          </a:r>
          <a:endParaRPr lang="en-US" sz="1900" kern="1200"/>
        </a:p>
      </dsp:txBody>
      <dsp:txXfrm>
        <a:off x="1074268" y="4366"/>
        <a:ext cx="5170996" cy="930102"/>
      </dsp:txXfrm>
    </dsp:sp>
    <dsp:sp modelId="{98AC4859-A314-4DA5-BEFE-D9548FEDF944}">
      <dsp:nvSpPr>
        <dsp:cNvPr id="0" name=""/>
        <dsp:cNvSpPr/>
      </dsp:nvSpPr>
      <dsp:spPr>
        <a:xfrm>
          <a:off x="0" y="1166994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64071B-9EBB-43AE-A534-98A02FD5102B}">
      <dsp:nvSpPr>
        <dsp:cNvPr id="0" name=""/>
        <dsp:cNvSpPr/>
      </dsp:nvSpPr>
      <dsp:spPr>
        <a:xfrm>
          <a:off x="281355" y="1376267"/>
          <a:ext cx="511556" cy="5115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C50B27-4C87-4301-9B55-22AC653C9C14}">
      <dsp:nvSpPr>
        <dsp:cNvPr id="0" name=""/>
        <dsp:cNvSpPr/>
      </dsp:nvSpPr>
      <dsp:spPr>
        <a:xfrm>
          <a:off x="1074268" y="1166994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Orchestration:</a:t>
          </a:r>
          <a:r>
            <a:rPr lang="en-US" sz="1900" b="0" i="0" kern="1200" baseline="0"/>
            <a:t> Airflow running in Docker containers.</a:t>
          </a:r>
          <a:endParaRPr lang="en-US" sz="1900" kern="1200"/>
        </a:p>
      </dsp:txBody>
      <dsp:txXfrm>
        <a:off x="1074268" y="1166994"/>
        <a:ext cx="5170996" cy="930102"/>
      </dsp:txXfrm>
    </dsp:sp>
    <dsp:sp modelId="{D7B2AA8C-102C-46A1-9C6E-D9DDBC30A352}">
      <dsp:nvSpPr>
        <dsp:cNvPr id="0" name=""/>
        <dsp:cNvSpPr/>
      </dsp:nvSpPr>
      <dsp:spPr>
        <a:xfrm>
          <a:off x="0" y="2329622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244121-8755-45B6-AB92-9DD11D68C1D6}">
      <dsp:nvSpPr>
        <dsp:cNvPr id="0" name=""/>
        <dsp:cNvSpPr/>
      </dsp:nvSpPr>
      <dsp:spPr>
        <a:xfrm>
          <a:off x="281355" y="2538895"/>
          <a:ext cx="511556" cy="5115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136795-DE9D-4692-A957-2C3C200D80F9}">
      <dsp:nvSpPr>
        <dsp:cNvPr id="0" name=""/>
        <dsp:cNvSpPr/>
      </dsp:nvSpPr>
      <dsp:spPr>
        <a:xfrm>
          <a:off x="1074268" y="2329622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ETL Logic:</a:t>
          </a:r>
          <a:r>
            <a:rPr lang="en-US" sz="1900" b="0" i="0" kern="1200" baseline="0"/>
            <a:t> Python-based modular scripts (extract, transform, load).</a:t>
          </a:r>
          <a:endParaRPr lang="en-US" sz="1900" kern="1200"/>
        </a:p>
      </dsp:txBody>
      <dsp:txXfrm>
        <a:off x="1074268" y="2329622"/>
        <a:ext cx="5170996" cy="930102"/>
      </dsp:txXfrm>
    </dsp:sp>
    <dsp:sp modelId="{A0C9C05F-E69E-4F9D-8AA0-7F037A121A79}">
      <dsp:nvSpPr>
        <dsp:cNvPr id="0" name=""/>
        <dsp:cNvSpPr/>
      </dsp:nvSpPr>
      <dsp:spPr>
        <a:xfrm>
          <a:off x="0" y="3492250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2C51ED-2968-4A51-BDE1-C99F08512C9D}">
      <dsp:nvSpPr>
        <dsp:cNvPr id="0" name=""/>
        <dsp:cNvSpPr/>
      </dsp:nvSpPr>
      <dsp:spPr>
        <a:xfrm>
          <a:off x="281355" y="3701523"/>
          <a:ext cx="511556" cy="51155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D815C2-3A53-4CC9-94B0-0A605BF77B7E}">
      <dsp:nvSpPr>
        <dsp:cNvPr id="0" name=""/>
        <dsp:cNvSpPr/>
      </dsp:nvSpPr>
      <dsp:spPr>
        <a:xfrm>
          <a:off x="1074268" y="3492250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Storage:</a:t>
          </a:r>
          <a:r>
            <a:rPr lang="en-US" sz="1900" b="0" i="0" kern="1200" baseline="0"/>
            <a:t> PostgreSQL Data Warehouse managed via pgAdmin.</a:t>
          </a:r>
          <a:endParaRPr lang="en-US" sz="1900" kern="1200"/>
        </a:p>
      </dsp:txBody>
      <dsp:txXfrm>
        <a:off x="1074268" y="3492250"/>
        <a:ext cx="5170996" cy="930102"/>
      </dsp:txXfrm>
    </dsp:sp>
    <dsp:sp modelId="{211473F3-BEE8-4D83-B7BB-362FA3FDAC00}">
      <dsp:nvSpPr>
        <dsp:cNvPr id="0" name=""/>
        <dsp:cNvSpPr/>
      </dsp:nvSpPr>
      <dsp:spPr>
        <a:xfrm>
          <a:off x="0" y="4654878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72514E-93D2-4E47-B42C-3988F7966E2D}">
      <dsp:nvSpPr>
        <dsp:cNvPr id="0" name=""/>
        <dsp:cNvSpPr/>
      </dsp:nvSpPr>
      <dsp:spPr>
        <a:xfrm>
          <a:off x="281355" y="4864151"/>
          <a:ext cx="511556" cy="51155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26A77B-EF81-4B6B-AE37-D849DF25925E}">
      <dsp:nvSpPr>
        <dsp:cNvPr id="0" name=""/>
        <dsp:cNvSpPr/>
      </dsp:nvSpPr>
      <dsp:spPr>
        <a:xfrm>
          <a:off x="1074268" y="4654878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Visualization: </a:t>
          </a:r>
          <a:r>
            <a:rPr lang="en-US" sz="1900" b="0" i="0" kern="1200" baseline="0"/>
            <a:t>Power BI</a:t>
          </a:r>
          <a:endParaRPr lang="en-US" sz="1900" kern="1200"/>
        </a:p>
      </dsp:txBody>
      <dsp:txXfrm>
        <a:off x="1074268" y="4654878"/>
        <a:ext cx="5170996" cy="9301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5436B0-69C4-448D-A816-4DE3AAFF7E5B}">
      <dsp:nvSpPr>
        <dsp:cNvPr id="0" name=""/>
        <dsp:cNvSpPr/>
      </dsp:nvSpPr>
      <dsp:spPr>
        <a:xfrm>
          <a:off x="0" y="673"/>
          <a:ext cx="6364224" cy="157499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3039E7-56B2-43FE-A006-3A6AC643B7AF}">
      <dsp:nvSpPr>
        <dsp:cNvPr id="0" name=""/>
        <dsp:cNvSpPr/>
      </dsp:nvSpPr>
      <dsp:spPr>
        <a:xfrm>
          <a:off x="476436" y="355047"/>
          <a:ext cx="866247" cy="8662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C6296F-D5BE-4409-89F1-FC63F31E56A3}">
      <dsp:nvSpPr>
        <dsp:cNvPr id="0" name=""/>
        <dsp:cNvSpPr/>
      </dsp:nvSpPr>
      <dsp:spPr>
        <a:xfrm>
          <a:off x="1819120" y="673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Developed a Flask-based API to serve as the data source for the ETL pipeline.</a:t>
          </a:r>
        </a:p>
      </dsp:txBody>
      <dsp:txXfrm>
        <a:off x="1819120" y="673"/>
        <a:ext cx="4545103" cy="1574995"/>
      </dsp:txXfrm>
    </dsp:sp>
    <dsp:sp modelId="{B9CF7F2F-0D37-4F12-9686-23DE11D17984}">
      <dsp:nvSpPr>
        <dsp:cNvPr id="0" name=""/>
        <dsp:cNvSpPr/>
      </dsp:nvSpPr>
      <dsp:spPr>
        <a:xfrm>
          <a:off x="0" y="1969418"/>
          <a:ext cx="6364224" cy="157499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64EB3F-B8AF-48E6-94DE-F46B20F420F4}">
      <dsp:nvSpPr>
        <dsp:cNvPr id="0" name=""/>
        <dsp:cNvSpPr/>
      </dsp:nvSpPr>
      <dsp:spPr>
        <a:xfrm>
          <a:off x="476436" y="2323792"/>
          <a:ext cx="866247" cy="8662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E2B81D-F694-4360-83F8-48144494D7E1}">
      <dsp:nvSpPr>
        <dsp:cNvPr id="0" name=""/>
        <dsp:cNvSpPr/>
      </dsp:nvSpPr>
      <dsp:spPr>
        <a:xfrm>
          <a:off x="1819120" y="1969418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The API reads raw sales CSV files from a local directory.</a:t>
          </a:r>
        </a:p>
      </dsp:txBody>
      <dsp:txXfrm>
        <a:off x="1819120" y="1969418"/>
        <a:ext cx="4545103" cy="1574995"/>
      </dsp:txXfrm>
    </dsp:sp>
    <dsp:sp modelId="{7CDA4370-1C84-4FC9-92DC-60728F27781A}">
      <dsp:nvSpPr>
        <dsp:cNvPr id="0" name=""/>
        <dsp:cNvSpPr/>
      </dsp:nvSpPr>
      <dsp:spPr>
        <a:xfrm>
          <a:off x="0" y="3938162"/>
          <a:ext cx="6364224" cy="157499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6C2D96-B680-4F95-AD1A-665586652224}">
      <dsp:nvSpPr>
        <dsp:cNvPr id="0" name=""/>
        <dsp:cNvSpPr/>
      </dsp:nvSpPr>
      <dsp:spPr>
        <a:xfrm>
          <a:off x="476436" y="4292537"/>
          <a:ext cx="866247" cy="8662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E7D50B-49EA-4F3D-A3E6-F800081DA588}">
      <dsp:nvSpPr>
        <dsp:cNvPr id="0" name=""/>
        <dsp:cNvSpPr/>
      </dsp:nvSpPr>
      <dsp:spPr>
        <a:xfrm>
          <a:off x="1819120" y="3938162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Exposes an endpoint: http://127.0.0.1:5000/sales/csv</a:t>
          </a:r>
        </a:p>
      </dsp:txBody>
      <dsp:txXfrm>
        <a:off x="1819120" y="3938162"/>
        <a:ext cx="4545103" cy="157499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EB9C23-D3BA-4753-A988-AC0DCCAD1F49}">
      <dsp:nvSpPr>
        <dsp:cNvPr id="0" name=""/>
        <dsp:cNvSpPr/>
      </dsp:nvSpPr>
      <dsp:spPr>
        <a:xfrm>
          <a:off x="0" y="3050"/>
          <a:ext cx="6364224" cy="95822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Data cleaning is performed:</a:t>
          </a:r>
        </a:p>
      </dsp:txBody>
      <dsp:txXfrm>
        <a:off x="46777" y="49827"/>
        <a:ext cx="6270670" cy="864675"/>
      </dsp:txXfrm>
    </dsp:sp>
    <dsp:sp modelId="{52403438-91CD-4E2A-A55E-75A4BEACD472}">
      <dsp:nvSpPr>
        <dsp:cNvPr id="0" name=""/>
        <dsp:cNvSpPr/>
      </dsp:nvSpPr>
      <dsp:spPr>
        <a:xfrm>
          <a:off x="0" y="961280"/>
          <a:ext cx="6364224" cy="2235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064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Converted discounted_price, actual_price, rating, rating_count into numeric format.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Removed unwanted symbols from price columns.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Replaced missing values:</a:t>
          </a:r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category_id → -1</a:t>
          </a:r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user_id → "UNKNOWN"</a:t>
          </a:r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user_name → "UNKNOWN"</a:t>
          </a:r>
        </a:p>
      </dsp:txBody>
      <dsp:txXfrm>
        <a:off x="0" y="961280"/>
        <a:ext cx="6364224" cy="2235600"/>
      </dsp:txXfrm>
    </dsp:sp>
    <dsp:sp modelId="{EA6CFEE2-3FD0-4A11-88F8-20B2C52A6F78}">
      <dsp:nvSpPr>
        <dsp:cNvPr id="0" name=""/>
        <dsp:cNvSpPr/>
      </dsp:nvSpPr>
      <dsp:spPr>
        <a:xfrm>
          <a:off x="0" y="3196881"/>
          <a:ext cx="6364224" cy="958229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 new calculated column is created:</a:t>
          </a:r>
        </a:p>
      </dsp:txBody>
      <dsp:txXfrm>
        <a:off x="46777" y="3243658"/>
        <a:ext cx="6270670" cy="864675"/>
      </dsp:txXfrm>
    </dsp:sp>
    <dsp:sp modelId="{D169E230-6DD0-47FB-8B88-373400881B68}">
      <dsp:nvSpPr>
        <dsp:cNvPr id="0" name=""/>
        <dsp:cNvSpPr/>
      </dsp:nvSpPr>
      <dsp:spPr>
        <a:xfrm>
          <a:off x="0" y="4155111"/>
          <a:ext cx="6364224" cy="397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064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 err="1"/>
            <a:t>discount_amount</a:t>
          </a:r>
          <a:r>
            <a:rPr lang="en-US" sz="1900" kern="1200" dirty="0"/>
            <a:t> = </a:t>
          </a:r>
          <a:r>
            <a:rPr lang="en-US" sz="1900" kern="1200" dirty="0" err="1"/>
            <a:t>actual_price</a:t>
          </a:r>
          <a:r>
            <a:rPr lang="en-US" sz="1900" kern="1200" dirty="0"/>
            <a:t> - </a:t>
          </a:r>
          <a:r>
            <a:rPr lang="en-US" sz="1900" kern="1200" dirty="0" err="1"/>
            <a:t>discounted_price</a:t>
          </a:r>
          <a:endParaRPr lang="en-US" sz="1900" kern="1200" dirty="0"/>
        </a:p>
      </dsp:txBody>
      <dsp:txXfrm>
        <a:off x="0" y="4155111"/>
        <a:ext cx="6364224" cy="397440"/>
      </dsp:txXfrm>
    </dsp:sp>
    <dsp:sp modelId="{B79DAC4E-BD13-4E33-BEBD-7B6AE0914747}">
      <dsp:nvSpPr>
        <dsp:cNvPr id="0" name=""/>
        <dsp:cNvSpPr/>
      </dsp:nvSpPr>
      <dsp:spPr>
        <a:xfrm>
          <a:off x="0" y="4552551"/>
          <a:ext cx="6364224" cy="958229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 date_key column is added (current date) to support time-based analysis.</a:t>
          </a:r>
        </a:p>
      </dsp:txBody>
      <dsp:txXfrm>
        <a:off x="46777" y="4599328"/>
        <a:ext cx="6270670" cy="86467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D60840-C588-4128-BD6D-F3777BF4DB5E}">
      <dsp:nvSpPr>
        <dsp:cNvPr id="0" name=""/>
        <dsp:cNvSpPr/>
      </dsp:nvSpPr>
      <dsp:spPr>
        <a:xfrm>
          <a:off x="0" y="72756"/>
          <a:ext cx="6364224" cy="12729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The cleaned data is loaded into PostgreSQL.</a:t>
          </a:r>
        </a:p>
      </dsp:txBody>
      <dsp:txXfrm>
        <a:off x="62141" y="134897"/>
        <a:ext cx="6239942" cy="1148678"/>
      </dsp:txXfrm>
    </dsp:sp>
    <dsp:sp modelId="{96883A0B-1138-4809-9818-C30AD7D232A0}">
      <dsp:nvSpPr>
        <dsp:cNvPr id="0" name=""/>
        <dsp:cNvSpPr/>
      </dsp:nvSpPr>
      <dsp:spPr>
        <a:xfrm>
          <a:off x="0" y="1437876"/>
          <a:ext cx="6364224" cy="1272960"/>
        </a:xfrm>
        <a:prstGeom prst="round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A Star Schema model is used.</a:t>
          </a:r>
        </a:p>
      </dsp:txBody>
      <dsp:txXfrm>
        <a:off x="62141" y="1500017"/>
        <a:ext cx="6239942" cy="1148678"/>
      </dsp:txXfrm>
    </dsp:sp>
    <dsp:sp modelId="{03D47F2D-8D7A-41AE-928C-2A545B920BA4}">
      <dsp:nvSpPr>
        <dsp:cNvPr id="0" name=""/>
        <dsp:cNvSpPr/>
      </dsp:nvSpPr>
      <dsp:spPr>
        <a:xfrm>
          <a:off x="0" y="2802996"/>
          <a:ext cx="6364224" cy="1272960"/>
        </a:xfrm>
        <a:prstGeom prst="round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Dimension tables are loaded first to generate surrogate keys.</a:t>
          </a:r>
        </a:p>
      </dsp:txBody>
      <dsp:txXfrm>
        <a:off x="62141" y="2865137"/>
        <a:ext cx="6239942" cy="1148678"/>
      </dsp:txXfrm>
    </dsp:sp>
    <dsp:sp modelId="{3E83E660-E33D-4186-B91B-A5945320F814}">
      <dsp:nvSpPr>
        <dsp:cNvPr id="0" name=""/>
        <dsp:cNvSpPr/>
      </dsp:nvSpPr>
      <dsp:spPr>
        <a:xfrm>
          <a:off x="0" y="4168116"/>
          <a:ext cx="6364224" cy="127296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ON CONFLICT DO NOTHING is used to avoid duplicate records.</a:t>
          </a:r>
        </a:p>
      </dsp:txBody>
      <dsp:txXfrm>
        <a:off x="62141" y="4230257"/>
        <a:ext cx="6239942" cy="114867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F6FA1B-E46B-44E9-B7F2-C0300CA590CA}">
      <dsp:nvSpPr>
        <dsp:cNvPr id="0" name=""/>
        <dsp:cNvSpPr/>
      </dsp:nvSpPr>
      <dsp:spPr>
        <a:xfrm>
          <a:off x="53" y="88862"/>
          <a:ext cx="5106412" cy="10944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0256" tIns="154432" rIns="270256" bIns="154432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Fact Table:</a:t>
          </a:r>
        </a:p>
      </dsp:txBody>
      <dsp:txXfrm>
        <a:off x="53" y="88862"/>
        <a:ext cx="5106412" cy="1094400"/>
      </dsp:txXfrm>
    </dsp:sp>
    <dsp:sp modelId="{59BE5E14-DBB1-4427-8416-1287F9366449}">
      <dsp:nvSpPr>
        <dsp:cNvPr id="0" name=""/>
        <dsp:cNvSpPr/>
      </dsp:nvSpPr>
      <dsp:spPr>
        <a:xfrm>
          <a:off x="53" y="1183262"/>
          <a:ext cx="5106412" cy="292068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692" tIns="202692" rIns="270256" bIns="304038" numCol="1" spcCol="1270" anchor="t" anchorCtr="0">
          <a:noAutofit/>
        </a:bodyPr>
        <a:lstStyle/>
        <a:p>
          <a:pPr marL="285750" lvl="1" indent="-285750" algn="l" defTabSz="1689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800" kern="1200"/>
            <a:t>fact_product_review</a:t>
          </a:r>
        </a:p>
      </dsp:txBody>
      <dsp:txXfrm>
        <a:off x="53" y="1183262"/>
        <a:ext cx="5106412" cy="2920680"/>
      </dsp:txXfrm>
    </dsp:sp>
    <dsp:sp modelId="{9675D4B0-180C-4C70-86D9-DF21B823BD32}">
      <dsp:nvSpPr>
        <dsp:cNvPr id="0" name=""/>
        <dsp:cNvSpPr/>
      </dsp:nvSpPr>
      <dsp:spPr>
        <a:xfrm>
          <a:off x="5821363" y="88862"/>
          <a:ext cx="5106412" cy="1094400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0256" tIns="154432" rIns="270256" bIns="154432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Dimension Tables:</a:t>
          </a:r>
        </a:p>
      </dsp:txBody>
      <dsp:txXfrm>
        <a:off x="5821363" y="88862"/>
        <a:ext cx="5106412" cy="1094400"/>
      </dsp:txXfrm>
    </dsp:sp>
    <dsp:sp modelId="{2AB9AB99-F706-4871-BB98-78684ACC102D}">
      <dsp:nvSpPr>
        <dsp:cNvPr id="0" name=""/>
        <dsp:cNvSpPr/>
      </dsp:nvSpPr>
      <dsp:spPr>
        <a:xfrm>
          <a:off x="5821363" y="1183262"/>
          <a:ext cx="5106412" cy="2920680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692" tIns="202692" rIns="270256" bIns="304038" numCol="1" spcCol="1270" anchor="t" anchorCtr="0">
          <a:noAutofit/>
        </a:bodyPr>
        <a:lstStyle/>
        <a:p>
          <a:pPr marL="285750" lvl="1" indent="-285750" algn="l" defTabSz="1689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800" kern="1200" dirty="0" err="1"/>
            <a:t>dim_date</a:t>
          </a:r>
          <a:endParaRPr lang="en-US" sz="3800" kern="1200" dirty="0"/>
        </a:p>
        <a:p>
          <a:pPr marL="285750" lvl="1" indent="-285750" algn="l" defTabSz="1689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800" kern="1200"/>
            <a:t>dim_category</a:t>
          </a:r>
        </a:p>
        <a:p>
          <a:pPr marL="285750" lvl="1" indent="-285750" algn="l" defTabSz="1689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800" kern="1200"/>
            <a:t>dim_user</a:t>
          </a:r>
        </a:p>
        <a:p>
          <a:pPr marL="285750" lvl="1" indent="-285750" algn="l" defTabSz="1689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800" kern="1200"/>
            <a:t>dim_product</a:t>
          </a:r>
        </a:p>
      </dsp:txBody>
      <dsp:txXfrm>
        <a:off x="5821363" y="1183262"/>
        <a:ext cx="5106412" cy="29206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3E3EB7-D92C-438F-8CAD-8D24B5D5F69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7E66F5-DD5F-426F-A5E7-6B9B69FB3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406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E66F5-DD5F-426F-A5E7-6B9B69FB38B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809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E66F5-DD5F-426F-A5E7-6B9B69FB38B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1759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C54B1-077E-5298-5B85-9B2EEAC8F3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3EB763-AB02-5557-FD50-F652AA71F5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6AA1D-FE0C-EFFB-3C6F-D4D33913C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444A6-13A9-401D-BE83-901B0B238F4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76918-D442-B73B-50EB-9C0211439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7FF10-FF89-1EF8-E252-BACF4C279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69941-15BD-4D6E-8965-EB8E1889E4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749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7F7E8-7F09-73D5-D6D4-ADED5F35D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B3C04-202F-7711-3450-4A50386E1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F8125-4406-0377-3E54-9DFE6242B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444A6-13A9-401D-BE83-901B0B238F4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DCE26-77CE-FEF4-3795-00B8E0FAB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700DE-FA16-E26B-0C35-3BF661FDB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69941-15BD-4D6E-8965-EB8E1889E4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60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E89EF-C2A9-4BCB-6E44-815B788B5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99EAC8-1B42-2D12-321D-AB12310549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8AB30-CC80-DF99-F60D-EBEC74DEF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444A6-13A9-401D-BE83-901B0B238F4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58D8B3-1761-7CF5-A645-D34383FD4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D992DE-9C20-F0CF-174A-74510D3B1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69941-15BD-4D6E-8965-EB8E1889E4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523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3E239-E5E5-C6FB-D5AC-4985BC29A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F0F38-977B-7F4C-F3C0-C3CF4BF345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C95CF5-D0B0-5003-1654-46B108DE88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E79C6E-DE48-A752-E7DD-4FF3B2320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444A6-13A9-401D-BE83-901B0B238F4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098CC1-400E-E6FD-9C94-8E2CADA6F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39CB0C-E039-0C07-70F0-67CC09AA8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69941-15BD-4D6E-8965-EB8E1889E4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096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6B9AD-7F05-497D-CB46-28E837A7F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3DD804-E8BE-4621-A13B-3854BF3433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7465CF-8028-93B9-1184-938255D83C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2424A7-7928-E861-18E7-E37B6723E2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3A7FD8-0137-3B93-DA21-6609732D90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98BBD6-672D-AA62-B57A-9BAD50CCE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444A6-13A9-401D-BE83-901B0B238F4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8975A5-54F9-1D1A-67AE-62ACD9921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6FDE8C-D6F0-4D1C-3E02-E67ABF847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69941-15BD-4D6E-8965-EB8E1889E4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773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D1D3D-2963-A59D-509B-212583629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4C1343-234A-B81E-4C46-0F73353CA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444A6-13A9-401D-BE83-901B0B238F4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E23CD7-B867-E0F1-1777-98DFDAEE7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AC9914-49BC-4972-C339-1A12C9D79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69941-15BD-4D6E-8965-EB8E1889E4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902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AD0231-4045-E226-1464-6788F5DB9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444A6-13A9-401D-BE83-901B0B238F4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2748ED-899F-3D3A-8F7A-6A6D53060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C093EF-CE83-F048-1063-374D9CA57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69941-15BD-4D6E-8965-EB8E1889E4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260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957F3-94DF-E79C-6243-364F150AE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E5B60-A864-DC37-0683-9945F747E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4AE5E5-FA1C-C206-1E38-E2AE83CBFC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68A0EC-8E4D-2439-5703-F614FD50F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444A6-13A9-401D-BE83-901B0B238F4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1E71C4-7740-4367-33BA-3FAA7E846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D880A0-CC3B-9D35-446D-0D70C5814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69941-15BD-4D6E-8965-EB8E1889E4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576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8E20D-A380-C901-D609-44B777CB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02E801-7E95-1FF5-523D-CF5C995EBD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339E8A-5977-E3A2-6340-83B7F7A0D1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06D04A-CF25-BA40-4FCA-0AC49AF2A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444A6-13A9-401D-BE83-901B0B238F4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7F54C8-1966-D7D5-7117-4ECDEF351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ECE07A-B991-48CE-43DB-A6EF4F0A0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69941-15BD-4D6E-8965-EB8E1889E4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119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F557B-0271-7DE1-9A52-4603D08E7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A7601C-4ED3-0056-3CD1-9F97891FDA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1DCFA-D9A8-0F13-8E80-53D0CB545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444A6-13A9-401D-BE83-901B0B238F4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391D3-F979-85E9-3644-BBCAA1918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8B79B5-F4BC-3F04-3369-E25A8A1DE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69941-15BD-4D6E-8965-EB8E1889E4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60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3FCD58-4CB7-AC24-5769-57BA5472BD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5896B4-EFC2-6977-800C-9DE4760947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AA849-56C6-E617-935E-F24E3593A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444A6-13A9-401D-BE83-901B0B238F4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0F12F9-E0D2-6996-EFF7-D99410717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9A6AB6-04A3-244F-58DC-CB82E8539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69941-15BD-4D6E-8965-EB8E1889E4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858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FD30FF-F360-397F-C96A-8B1724FC5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6344B3-095D-3929-4B4B-B84900802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B1060-6842-47F2-35CC-215D3D41DC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5444A6-13A9-401D-BE83-901B0B238F4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7C093-6565-CA45-706A-A9D55DAFB8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656AA-896A-EA6D-DD43-1B08EB3F79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969941-15BD-4D6E-8965-EB8E1889E4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532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FA9B6C6-A247-48A8-9A1C-1E36FA945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08E43F-0CC0-9F12-9210-8C8B3CAEB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1261" y="590062"/>
            <a:ext cx="8427355" cy="4108552"/>
          </a:xfrm>
        </p:spPr>
        <p:txBody>
          <a:bodyPr>
            <a:noAutofit/>
          </a:bodyPr>
          <a:lstStyle/>
          <a:p>
            <a:pPr algn="l"/>
            <a:br>
              <a:rPr lang="en-US" sz="4400" dirty="0">
                <a:solidFill>
                  <a:srgbClr val="FFFFFF"/>
                </a:solidFill>
              </a:rPr>
            </a:br>
            <a:br>
              <a:rPr lang="en-US" sz="4400" dirty="0">
                <a:solidFill>
                  <a:srgbClr val="FFFFFF"/>
                </a:solidFill>
              </a:rPr>
            </a:br>
            <a:br>
              <a:rPr lang="en-US" sz="4400" dirty="0">
                <a:solidFill>
                  <a:srgbClr val="FFFFFF"/>
                </a:solidFill>
              </a:rPr>
            </a:br>
            <a:br>
              <a:rPr lang="en-US" sz="4400" dirty="0">
                <a:solidFill>
                  <a:srgbClr val="FFFFFF"/>
                </a:solidFill>
              </a:rPr>
            </a:br>
            <a:br>
              <a:rPr lang="en-US" sz="4400" dirty="0">
                <a:solidFill>
                  <a:srgbClr val="FFFFFF"/>
                </a:solidFill>
              </a:rPr>
            </a:br>
            <a:br>
              <a:rPr lang="en-US" sz="4400" dirty="0">
                <a:solidFill>
                  <a:srgbClr val="FFFFFF"/>
                </a:solidFill>
              </a:rPr>
            </a:br>
            <a:r>
              <a:rPr lang="en-US" sz="4400" dirty="0">
                <a:solidFill>
                  <a:srgbClr val="FFFFFF"/>
                </a:solidFill>
              </a:rPr>
              <a:t>Building an automated ETL pipeline for Online Shopping Sales Data warehouse</a:t>
            </a:r>
            <a:br>
              <a:rPr lang="en-US" sz="4400" dirty="0">
                <a:solidFill>
                  <a:srgbClr val="FFFFFF"/>
                </a:solidFill>
              </a:rPr>
            </a:br>
            <a:endParaRPr lang="en-US" sz="44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8C39B4-CF0C-DCBA-5C1E-05FBAABD20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42044" y="4698614"/>
            <a:ext cx="5088650" cy="1198120"/>
          </a:xfrm>
        </p:spPr>
        <p:txBody>
          <a:bodyPr>
            <a:normAutofit/>
          </a:bodyPr>
          <a:lstStyle/>
          <a:p>
            <a:pPr algn="r"/>
            <a:r>
              <a:rPr lang="en-US" sz="2000" dirty="0">
                <a:solidFill>
                  <a:srgbClr val="FFFFFF"/>
                </a:solidFill>
              </a:rPr>
              <a:t>					Name : Saranya Karthick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76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763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20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1884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881768-3015-FCC7-C41C-BC739D377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5600"/>
              <a:t>System Architecture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BF08853E-9DE6-89FE-99FE-A2E5F67F95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4281012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30933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967B8-4125-0D46-6D23-8C4565F1F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C8BFFDB-9D64-BA49-2AC2-41E257B24E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0" t="11746" r="341" b="-12196"/>
          <a:stretch>
            <a:fillRect/>
          </a:stretch>
        </p:blipFill>
        <p:spPr>
          <a:xfrm>
            <a:off x="838200" y="1825625"/>
            <a:ext cx="10515600" cy="483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407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6E06B0-9E8A-2A32-6DFC-00D2526FB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ETL-Extract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D566759-3523-6483-34B8-174340C7DB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3455010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4539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C62135-9D98-C11C-7D0C-0A24D9013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ETL-Transfrom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F2946CD-F67B-6CB2-0572-C45D44726E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5053039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18468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5E3E1E-48B5-19B1-5BB7-A351CDEC4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ETL-Load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6AD93F9C-287C-1D3D-DD6F-EEFBF695D2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2767136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18458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87F0B6-6A8E-6EFE-4F47-4FDC64508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Datawarehouse Schema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57E668F-CF6E-1C6B-DFC1-0237006B4C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256998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92369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C46D21-F98B-1EBB-7C74-C388AC7BC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305" y="3415754"/>
            <a:ext cx="9471956" cy="1137111"/>
          </a:xfrm>
        </p:spPr>
        <p:txBody>
          <a:bodyPr>
            <a:normAutofit/>
          </a:bodyPr>
          <a:lstStyle/>
          <a:p>
            <a:r>
              <a:rPr lang="en-US" sz="5400"/>
              <a:t>Airflow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418FCF-69F7-F3FD-9F2F-05AF0F6F2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774" y="989351"/>
            <a:ext cx="10905053" cy="154655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0E9EB-5C3C-77B2-6804-6055F6D7F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304" y="4612943"/>
            <a:ext cx="7745969" cy="140822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900" b="1"/>
              <a:t>DAG Name:</a:t>
            </a:r>
            <a:r>
              <a:rPr lang="en-US" sz="1900"/>
              <a:t> sales_etl_pipeline.</a:t>
            </a:r>
          </a:p>
          <a:p>
            <a:pPr marL="0" indent="0">
              <a:buNone/>
            </a:pPr>
            <a:r>
              <a:rPr lang="en-US" sz="1900" b="1"/>
              <a:t>Schedule:</a:t>
            </a:r>
            <a:r>
              <a:rPr lang="en-US" sz="1900"/>
              <a:t> @daily.</a:t>
            </a:r>
          </a:p>
          <a:p>
            <a:pPr marL="0" indent="0">
              <a:buNone/>
            </a:pPr>
            <a:r>
              <a:rPr lang="en-US" sz="1900" b="1"/>
              <a:t>Task Flow: </a:t>
            </a:r>
            <a:r>
              <a:rPr lang="en-US" sz="1900"/>
              <a:t>run_full_etl: A PythonOperator that triggers the run_pipeline() function from main_etl.py.</a:t>
            </a:r>
          </a:p>
          <a:p>
            <a:endParaRPr lang="en-US" sz="1900"/>
          </a:p>
          <a:p>
            <a:endParaRPr lang="en-US" sz="1900"/>
          </a:p>
          <a:p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719979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D4784B-91C4-E123-5F89-6B2ECF2F4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Airflow-sales_etl_pipeline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BFCBEC8-8020-C997-2353-199B79FDBA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95808" y="1966293"/>
            <a:ext cx="10600383" cy="44521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D27A34-EB36-9E16-565A-8D11EAD162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712" y="1964646"/>
            <a:ext cx="10696479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023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F5CDB7-EAC2-E97B-3D81-179B6FAD3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Visualization - Actual Price vs Discounted Price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3205C15-F80E-18FC-19D6-1FB5C9524D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20050"/>
          <a:stretch>
            <a:fillRect/>
          </a:stretch>
        </p:blipFill>
        <p:spPr>
          <a:xfrm>
            <a:off x="432225" y="2052806"/>
            <a:ext cx="11327549" cy="4279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917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543047-0024-D1B5-47DA-8834F99C4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Visualization-Revenue by Category &amp; Product</a:t>
            </a:r>
            <a:b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28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6B3ECCA-A31A-53FB-632A-09EFC30B1A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9713" y="1655276"/>
            <a:ext cx="10737782" cy="495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9744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32727D-243C-4A22-963F-68130178C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6390"/>
            <a:ext cx="6155988" cy="1182927"/>
          </a:xfrm>
        </p:spPr>
        <p:txBody>
          <a:bodyPr anchor="b">
            <a:normAutofit/>
          </a:bodyPr>
          <a:lstStyle/>
          <a:p>
            <a:r>
              <a:rPr lang="en-US" sz="5600"/>
              <a:t>Future work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09A6D-5499-4BBB-BC21-F8BB7B937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776" y="2829330"/>
            <a:ext cx="6190412" cy="3344459"/>
          </a:xfrm>
        </p:spPr>
        <p:txBody>
          <a:bodyPr anchor="t">
            <a:normAutofit/>
          </a:bodyPr>
          <a:lstStyle/>
          <a:p>
            <a:r>
              <a:rPr lang="en-US" sz="2400" b="1" dirty="0">
                <a:solidFill>
                  <a:schemeClr val="tx1">
                    <a:alpha val="80000"/>
                  </a:schemeClr>
                </a:solidFill>
              </a:rPr>
              <a:t>Automated Status Alerts:</a:t>
            </a:r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 Set up automatic Email or Slack notifications to replace manual monitoring sending a "Job Success" summary daily and an immediate "Urgent Alert" if the pipeline fails.</a:t>
            </a:r>
          </a:p>
        </p:txBody>
      </p:sp>
      <p:pic>
        <p:nvPicPr>
          <p:cNvPr id="7" name="Graphic 6" descr="Envelope">
            <a:extLst>
              <a:ext uri="{FF2B5EF4-FFF2-40B4-BE49-F238E27FC236}">
                <a16:creationId xmlns:a16="http://schemas.microsoft.com/office/drawing/2014/main" id="{6B3572B6-C12D-A7C9-9217-EFD63FB224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72653" y="1980885"/>
            <a:ext cx="3548404" cy="3548404"/>
          </a:xfrm>
          <a:prstGeom prst="rect">
            <a:avLst/>
          </a:prstGeom>
        </p:spPr>
      </p:pic>
      <p:sp>
        <p:nvSpPr>
          <p:cNvPr id="29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4552" y="1899284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6862" y="218992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737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095C1F4-AE7F-44E4-8693-40D3D6831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-15978"/>
            <a:ext cx="7147352" cy="5876916"/>
            <a:chOff x="329184" y="-99107"/>
            <a:chExt cx="524256" cy="587691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-99107"/>
              <a:ext cx="524256" cy="563122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1055718"/>
            <a:ext cx="10999072" cy="33583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EE20F5-DBB7-DF59-F9BC-2D3992F8E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584683"/>
            <a:ext cx="9144000" cy="25518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87125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370</Words>
  <Application>Microsoft Office PowerPoint</Application>
  <PresentationFormat>Widescreen</PresentationFormat>
  <Paragraphs>50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      Building an automated ETL pipeline for Online Shopping Sales Data warehouse </vt:lpstr>
      <vt:lpstr>System Architecture</vt:lpstr>
      <vt:lpstr>System Architecture</vt:lpstr>
      <vt:lpstr>ETL-Extract</vt:lpstr>
      <vt:lpstr>ETL-Transfrom</vt:lpstr>
      <vt:lpstr>ETL-Load</vt:lpstr>
      <vt:lpstr>Datawarehouse Schema</vt:lpstr>
      <vt:lpstr>Airflow</vt:lpstr>
      <vt:lpstr>Airflow-sales_etl_pipeline</vt:lpstr>
      <vt:lpstr>Visualization - Actual Price vs Discounted Price</vt:lpstr>
      <vt:lpstr>Visualization-Revenue by Category &amp; Product </vt:lpstr>
      <vt:lpstr>Future work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Karthick Raman</dc:creator>
  <cp:lastModifiedBy>Karthick Raman</cp:lastModifiedBy>
  <cp:revision>5</cp:revision>
  <dcterms:created xsi:type="dcterms:W3CDTF">2026-03-04T16:45:16Z</dcterms:created>
  <dcterms:modified xsi:type="dcterms:W3CDTF">2026-03-11T01:11:45Z</dcterms:modified>
</cp:coreProperties>
</file>